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472" r:id="rId5"/>
    <p:sldId id="11088657" r:id="rId6"/>
    <p:sldId id="497" r:id="rId8"/>
    <p:sldId id="11088695" r:id="rId9"/>
    <p:sldId id="11088696" r:id="rId10"/>
    <p:sldId id="11088702" r:id="rId11"/>
    <p:sldId id="11088697" r:id="rId12"/>
    <p:sldId id="11088698" r:id="rId13"/>
    <p:sldId id="11088703" r:id="rId14"/>
    <p:sldId id="11088699" r:id="rId15"/>
    <p:sldId id="11088701" r:id="rId16"/>
    <p:sldId id="11088700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7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9D3EE-F193-4ED8-9E2F-EC47FADE1A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542F0-83BA-4BD5-8ECA-E8245BBE6C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A24FEC-7483-462E-BE7F-85BB0E7286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A24FEC-7483-462E-BE7F-85BB0E7286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A24FEC-7483-462E-BE7F-85BB0E7286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CF1928-5E6D-476F-82FF-875C5C5552B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DCAB238-8079-42F8-BF85-A79531E881F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000">
        <p:random/>
      </p:transition>
    </mc:Choice>
    <mc:Fallback>
      <p:transition spd="slow" advTm="200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E4C556E-D11A-48D7-81C0-B1B5323EC1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195263E-7865-4889-9FDE-7A423744D6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443038" y="2185195"/>
            <a:ext cx="2574925" cy="1439862"/>
          </a:xfrm>
          <a:custGeom>
            <a:avLst/>
            <a:gdLst>
              <a:gd name="connsiteX0" fmla="*/ 0 w 2574925"/>
              <a:gd name="connsiteY0" fmla="*/ 0 h 1439862"/>
              <a:gd name="connsiteX1" fmla="*/ 2574925 w 2574925"/>
              <a:gd name="connsiteY1" fmla="*/ 0 h 1439862"/>
              <a:gd name="connsiteX2" fmla="*/ 2574925 w 2574925"/>
              <a:gd name="connsiteY2" fmla="*/ 1439862 h 1439862"/>
              <a:gd name="connsiteX3" fmla="*/ 0 w 2574925"/>
              <a:gd name="connsiteY3" fmla="*/ 1439862 h 143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4925" h="1439862">
                <a:moveTo>
                  <a:pt x="0" y="0"/>
                </a:moveTo>
                <a:lnTo>
                  <a:pt x="2574925" y="0"/>
                </a:lnTo>
                <a:lnTo>
                  <a:pt x="2574925" y="1439862"/>
                </a:lnTo>
                <a:lnTo>
                  <a:pt x="0" y="14398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556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 b="0" i="0">
                <a:solidFill>
                  <a:schemeClr val="lt1"/>
                </a:solidFill>
                <a:latin typeface="inpin heiti" charset="-122"/>
                <a:ea typeface="inpin heiti" charset="-122"/>
              </a:defRPr>
            </a:lvl1pPr>
          </a:lstStyle>
          <a:p>
            <a:pPr marL="0" lvl="0" algn="ctr" defTabSz="457200"/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1443038" y="4057651"/>
            <a:ext cx="2574925" cy="1439862"/>
          </a:xfrm>
          <a:custGeom>
            <a:avLst/>
            <a:gdLst>
              <a:gd name="connsiteX0" fmla="*/ 0 w 2574925"/>
              <a:gd name="connsiteY0" fmla="*/ 0 h 1439862"/>
              <a:gd name="connsiteX1" fmla="*/ 2574925 w 2574925"/>
              <a:gd name="connsiteY1" fmla="*/ 0 h 1439862"/>
              <a:gd name="connsiteX2" fmla="*/ 2574925 w 2574925"/>
              <a:gd name="connsiteY2" fmla="*/ 1439862 h 1439862"/>
              <a:gd name="connsiteX3" fmla="*/ 0 w 2574925"/>
              <a:gd name="connsiteY3" fmla="*/ 1439862 h 143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4925" h="1439862">
                <a:moveTo>
                  <a:pt x="0" y="0"/>
                </a:moveTo>
                <a:lnTo>
                  <a:pt x="2574925" y="0"/>
                </a:lnTo>
                <a:lnTo>
                  <a:pt x="2574925" y="1439862"/>
                </a:lnTo>
                <a:lnTo>
                  <a:pt x="0" y="14398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556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 b="0" i="0">
                <a:solidFill>
                  <a:schemeClr val="lt1"/>
                </a:solidFill>
                <a:latin typeface="inpin heiti" charset="-122"/>
                <a:ea typeface="inpin heiti" charset="-122"/>
              </a:defRPr>
            </a:lvl1pPr>
          </a:lstStyle>
          <a:p>
            <a:pPr marL="0" lvl="0" algn="ctr" defTabSz="45720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04A08-AAF8-4900-B977-09F82B4C77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BF0D-1FE7-474E-A40B-2D3F87A1CB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image" Target="../media/image7.png"/><Relationship Id="rId17" Type="http://schemas.microsoft.com/office/2007/relationships/hdphoto" Target="../media/image3.wdp"/><Relationship Id="rId16" Type="http://schemas.openxmlformats.org/officeDocument/2006/relationships/image" Target="../media/image2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5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7.jpeg"/><Relationship Id="rId3" Type="http://schemas.openxmlformats.org/officeDocument/2006/relationships/image" Target="../media/image16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3.png"/><Relationship Id="rId3" Type="http://schemas.openxmlformats.org/officeDocument/2006/relationships/image" Target="../media/image18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3.png"/><Relationship Id="rId3" Type="http://schemas.openxmlformats.org/officeDocument/2006/relationships/image" Target="../media/image17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57"/>
          <a:stretch>
            <a:fillRect/>
          </a:stretch>
        </p:blipFill>
        <p:spPr>
          <a:xfrm>
            <a:off x="4725214" y="1314452"/>
            <a:ext cx="7460902" cy="4227684"/>
          </a:xfrm>
          <a:prstGeom prst="rect">
            <a:avLst/>
          </a:prstGeom>
        </p:spPr>
      </p:pic>
      <p:sp>
        <p:nvSpPr>
          <p:cNvPr id="37" name="任意多边形: 形状 36"/>
          <p:cNvSpPr/>
          <p:nvPr/>
        </p:nvSpPr>
        <p:spPr>
          <a:xfrm flipH="1">
            <a:off x="5884" y="1831421"/>
            <a:ext cx="7188565" cy="3990846"/>
          </a:xfrm>
          <a:custGeom>
            <a:avLst/>
            <a:gdLst>
              <a:gd name="connsiteX0" fmla="*/ 7188565 w 7188565"/>
              <a:gd name="connsiteY0" fmla="*/ 0 h 3990846"/>
              <a:gd name="connsiteX1" fmla="*/ 6457950 w 7188565"/>
              <a:gd name="connsiteY1" fmla="*/ 0 h 3990846"/>
              <a:gd name="connsiteX2" fmla="*/ 2577458 w 7188565"/>
              <a:gd name="connsiteY2" fmla="*/ 0 h 3990846"/>
              <a:gd name="connsiteX3" fmla="*/ 1846843 w 7188565"/>
              <a:gd name="connsiteY3" fmla="*/ 0 h 3990846"/>
              <a:gd name="connsiteX4" fmla="*/ 0 w 7188565"/>
              <a:gd name="connsiteY4" fmla="*/ 3990846 h 3990846"/>
              <a:gd name="connsiteX5" fmla="*/ 730615 w 7188565"/>
              <a:gd name="connsiteY5" fmla="*/ 3990846 h 3990846"/>
              <a:gd name="connsiteX6" fmla="*/ 6457950 w 7188565"/>
              <a:gd name="connsiteY6" fmla="*/ 3990846 h 3990846"/>
              <a:gd name="connsiteX7" fmla="*/ 7188565 w 7188565"/>
              <a:gd name="connsiteY7" fmla="*/ 3990846 h 399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88565" h="3990846">
                <a:moveTo>
                  <a:pt x="7188565" y="0"/>
                </a:moveTo>
                <a:lnTo>
                  <a:pt x="6457950" y="0"/>
                </a:lnTo>
                <a:lnTo>
                  <a:pt x="2577458" y="0"/>
                </a:lnTo>
                <a:lnTo>
                  <a:pt x="1846843" y="0"/>
                </a:lnTo>
                <a:lnTo>
                  <a:pt x="0" y="3990846"/>
                </a:lnTo>
                <a:lnTo>
                  <a:pt x="730615" y="3990846"/>
                </a:lnTo>
                <a:lnTo>
                  <a:pt x="6457950" y="3990846"/>
                </a:lnTo>
                <a:lnTo>
                  <a:pt x="7188565" y="3990846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35" name="任意多边形: 形状 34"/>
          <p:cNvSpPr/>
          <p:nvPr/>
        </p:nvSpPr>
        <p:spPr>
          <a:xfrm flipH="1">
            <a:off x="0" y="1315864"/>
            <a:ext cx="7546834" cy="4227684"/>
          </a:xfrm>
          <a:custGeom>
            <a:avLst/>
            <a:gdLst>
              <a:gd name="connsiteX0" fmla="*/ 6838910 w 7546834"/>
              <a:gd name="connsiteY0" fmla="*/ 0 h 4227684"/>
              <a:gd name="connsiteX1" fmla="*/ 1955790 w 7546834"/>
              <a:gd name="connsiteY1" fmla="*/ 0 h 4227684"/>
              <a:gd name="connsiteX2" fmla="*/ 0 w 7546834"/>
              <a:gd name="connsiteY2" fmla="*/ 4226269 h 4227684"/>
              <a:gd name="connsiteX3" fmla="*/ 708579 w 7546834"/>
              <a:gd name="connsiteY3" fmla="*/ 4226269 h 4227684"/>
              <a:gd name="connsiteX4" fmla="*/ 707924 w 7546834"/>
              <a:gd name="connsiteY4" fmla="*/ 4227684 h 4227684"/>
              <a:gd name="connsiteX5" fmla="*/ 7546834 w 7546834"/>
              <a:gd name="connsiteY5" fmla="*/ 4227684 h 4227684"/>
              <a:gd name="connsiteX6" fmla="*/ 7546834 w 7546834"/>
              <a:gd name="connsiteY6" fmla="*/ 1415 h 4227684"/>
              <a:gd name="connsiteX7" fmla="*/ 6838910 w 7546834"/>
              <a:gd name="connsiteY7" fmla="*/ 1415 h 422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6834" h="4227684">
                <a:moveTo>
                  <a:pt x="6838910" y="0"/>
                </a:moveTo>
                <a:lnTo>
                  <a:pt x="1955790" y="0"/>
                </a:lnTo>
                <a:lnTo>
                  <a:pt x="0" y="4226269"/>
                </a:lnTo>
                <a:lnTo>
                  <a:pt x="708579" y="4226269"/>
                </a:lnTo>
                <a:lnTo>
                  <a:pt x="707924" y="4227684"/>
                </a:lnTo>
                <a:lnTo>
                  <a:pt x="7546834" y="4227684"/>
                </a:lnTo>
                <a:lnTo>
                  <a:pt x="7546834" y="1415"/>
                </a:lnTo>
                <a:lnTo>
                  <a:pt x="6838910" y="141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5596414" y="962152"/>
            <a:ext cx="6595586" cy="641396"/>
            <a:chOff x="5596414" y="962152"/>
            <a:chExt cx="6595586" cy="641396"/>
          </a:xfrm>
        </p:grpSpPr>
        <p:sp>
          <p:nvSpPr>
            <p:cNvPr id="40" name="任意多边形: 形状 39"/>
            <p:cNvSpPr/>
            <p:nvPr/>
          </p:nvSpPr>
          <p:spPr>
            <a:xfrm>
              <a:off x="5596414" y="962152"/>
              <a:ext cx="6595586" cy="641396"/>
            </a:xfrm>
            <a:custGeom>
              <a:avLst/>
              <a:gdLst>
                <a:gd name="connsiteX0" fmla="*/ 1037544 w 6595586"/>
                <a:gd name="connsiteY0" fmla="*/ 0 h 641396"/>
                <a:gd name="connsiteX1" fmla="*/ 6595586 w 6595586"/>
                <a:gd name="connsiteY1" fmla="*/ 0 h 641396"/>
                <a:gd name="connsiteX2" fmla="*/ 6595586 w 6595586"/>
                <a:gd name="connsiteY2" fmla="*/ 636888 h 641396"/>
                <a:gd name="connsiteX3" fmla="*/ 1037544 w 6595586"/>
                <a:gd name="connsiteY3" fmla="*/ 636888 h 641396"/>
                <a:gd name="connsiteX4" fmla="*/ 1037544 w 6595586"/>
                <a:gd name="connsiteY4" fmla="*/ 641396 h 641396"/>
                <a:gd name="connsiteX5" fmla="*/ 296716 w 6595586"/>
                <a:gd name="connsiteY5" fmla="*/ 641396 h 641396"/>
                <a:gd name="connsiteX6" fmla="*/ 0 w 6595586"/>
                <a:gd name="connsiteY6" fmla="*/ 221 h 641396"/>
                <a:gd name="connsiteX7" fmla="*/ 1037544 w 6595586"/>
                <a:gd name="connsiteY7" fmla="*/ 221 h 64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95586" h="641396">
                  <a:moveTo>
                    <a:pt x="1037544" y="0"/>
                  </a:moveTo>
                  <a:lnTo>
                    <a:pt x="6595586" y="0"/>
                  </a:lnTo>
                  <a:lnTo>
                    <a:pt x="6595586" y="636888"/>
                  </a:lnTo>
                  <a:lnTo>
                    <a:pt x="1037544" y="636888"/>
                  </a:lnTo>
                  <a:lnTo>
                    <a:pt x="1037544" y="641396"/>
                  </a:lnTo>
                  <a:lnTo>
                    <a:pt x="296716" y="641396"/>
                  </a:lnTo>
                  <a:lnTo>
                    <a:pt x="0" y="221"/>
                  </a:lnTo>
                  <a:lnTo>
                    <a:pt x="1037544" y="22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151006" y="983489"/>
              <a:ext cx="5679043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2301</a:t>
              </a: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班</a:t>
              </a: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戴依琳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144780" y="3848100"/>
            <a:ext cx="67303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基于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LED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点阵显示实验学习经验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汇报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08686" y="1465345"/>
            <a:ext cx="27627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2025</a:t>
            </a:r>
            <a:endParaRPr kumimoji="0" lang="en-US" altLang="zh-CN" sz="72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574045" y="5309746"/>
            <a:ext cx="525806" cy="117094"/>
            <a:chOff x="574045" y="5309746"/>
            <a:chExt cx="525806" cy="117094"/>
          </a:xfrm>
        </p:grpSpPr>
        <p:sp>
          <p:nvSpPr>
            <p:cNvPr id="62" name="椭圆 61"/>
            <p:cNvSpPr/>
            <p:nvPr/>
          </p:nvSpPr>
          <p:spPr>
            <a:xfrm>
              <a:off x="574045" y="5309747"/>
              <a:ext cx="117093" cy="11709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786182" y="5309746"/>
              <a:ext cx="117093" cy="11709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982758" y="5309746"/>
              <a:ext cx="117093" cy="11709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sp>
        <p:nvSpPr>
          <p:cNvPr id="66" name="Synergistically utilize technically sound portals with frictionless chains. Dramatically customize…"/>
          <p:cNvSpPr txBox="1"/>
          <p:nvPr/>
        </p:nvSpPr>
        <p:spPr>
          <a:xfrm>
            <a:off x="3158190" y="6145976"/>
            <a:ext cx="5948645" cy="33804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厚  德  健  行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98" y="302717"/>
            <a:ext cx="2269650" cy="499073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23" t="48058" r="-2208" b="14248"/>
          <a:stretch>
            <a:fillRect/>
          </a:stretch>
        </p:blipFill>
        <p:spPr>
          <a:xfrm>
            <a:off x="1137380" y="5245905"/>
            <a:ext cx="3157152" cy="147643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8274297" y="4862616"/>
            <a:ext cx="3436680" cy="1919302"/>
            <a:chOff x="6510023" y="5129198"/>
            <a:chExt cx="5253789" cy="3239743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13" t="14943" r="48176" b="30211"/>
            <a:stretch>
              <a:fillRect/>
            </a:stretch>
          </p:blipFill>
          <p:spPr>
            <a:xfrm>
              <a:off x="6510023" y="5743466"/>
              <a:ext cx="2435681" cy="262547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38" t="21695" r="18251" b="23460"/>
            <a:stretch>
              <a:fillRect/>
            </a:stretch>
          </p:blipFill>
          <p:spPr>
            <a:xfrm>
              <a:off x="8770106" y="5129198"/>
              <a:ext cx="2993706" cy="322698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4610100" cy="6858000"/>
          </a:xfrm>
          <a:prstGeom prst="rect">
            <a:avLst/>
          </a:prstGeom>
          <a:solidFill>
            <a:schemeClr val="accent1"/>
          </a:solidFill>
          <a:ln w="19050">
            <a:noFill/>
          </a:ln>
          <a:effectLst>
            <a:outerShdw blurRad="419100" dist="406400" dir="2700000" sx="90000" sy="9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 rot="10800000">
            <a:off x="276997" y="609600"/>
            <a:ext cx="861774" cy="58263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CONTENTES</a:t>
            </a:r>
            <a:endParaRPr kumimoji="0" lang="zh-CN" altLang="en-US" sz="4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735371" y="1268428"/>
            <a:ext cx="13830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目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35371" y="3727525"/>
            <a:ext cx="13830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录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grpSp>
        <p:nvGrpSpPr>
          <p:cNvPr id="49" name="组合 48"/>
          <p:cNvGrpSpPr/>
          <p:nvPr>
            <p:custDataLst>
              <p:tags r:id="rId1"/>
            </p:custDataLst>
          </p:nvPr>
        </p:nvGrpSpPr>
        <p:grpSpPr>
          <a:xfrm>
            <a:off x="5368925" y="1517324"/>
            <a:ext cx="5431744" cy="602256"/>
            <a:chOff x="3048000" y="1575412"/>
            <a:chExt cx="4073808" cy="451692"/>
          </a:xfrm>
        </p:grpSpPr>
        <p:sp>
          <p:nvSpPr>
            <p:cNvPr id="50" name="矩形 49"/>
            <p:cNvSpPr/>
            <p:nvPr>
              <p:custDataLst>
                <p:tags r:id="rId2"/>
              </p:custDataLst>
            </p:nvPr>
          </p:nvSpPr>
          <p:spPr>
            <a:xfrm>
              <a:off x="3690457" y="1666689"/>
              <a:ext cx="3431351" cy="32736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3"/>
              </p:custDataLst>
            </p:nvPr>
          </p:nvSpPr>
          <p:spPr>
            <a:xfrm>
              <a:off x="4382288" y="1655319"/>
              <a:ext cx="2215991" cy="3462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2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实验目的与实验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器材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52" name="平行四边形 51"/>
            <p:cNvSpPr/>
            <p:nvPr>
              <p:custDataLst>
                <p:tags r:id="rId4"/>
              </p:custDataLst>
            </p:nvPr>
          </p:nvSpPr>
          <p:spPr>
            <a:xfrm>
              <a:off x="3048000" y="1575412"/>
              <a:ext cx="1157092" cy="451692"/>
            </a:xfrm>
            <a:prstGeom prst="parallelogram">
              <a:avLst>
                <a:gd name="adj" fmla="val 9411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5"/>
              </p:custDataLst>
            </p:nvPr>
          </p:nvSpPr>
          <p:spPr>
            <a:xfrm>
              <a:off x="3366891" y="1605974"/>
              <a:ext cx="491869" cy="377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2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01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4" name="组合 53"/>
          <p:cNvGrpSpPr/>
          <p:nvPr>
            <p:custDataLst>
              <p:tags r:id="rId6"/>
            </p:custDataLst>
          </p:nvPr>
        </p:nvGrpSpPr>
        <p:grpSpPr>
          <a:xfrm>
            <a:off x="5368925" y="2988690"/>
            <a:ext cx="5431744" cy="602256"/>
            <a:chOff x="3048000" y="1575412"/>
            <a:chExt cx="4073808" cy="451692"/>
          </a:xfrm>
        </p:grpSpPr>
        <p:sp>
          <p:nvSpPr>
            <p:cNvPr id="55" name="矩形 54"/>
            <p:cNvSpPr/>
            <p:nvPr>
              <p:custDataLst>
                <p:tags r:id="rId7"/>
              </p:custDataLst>
            </p:nvPr>
          </p:nvSpPr>
          <p:spPr>
            <a:xfrm>
              <a:off x="3690457" y="1666689"/>
              <a:ext cx="3431351" cy="327364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  <a:effectLst>
              <a:outerShdw blurRad="419100" dist="406400" dir="2700000" sx="90000" sy="90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8"/>
              </p:custDataLst>
            </p:nvPr>
          </p:nvSpPr>
          <p:spPr>
            <a:xfrm>
              <a:off x="4382288" y="1645568"/>
              <a:ext cx="2215991" cy="346249"/>
            </a:xfrm>
            <a:prstGeom prst="rect">
              <a:avLst/>
            </a:prstGeom>
            <a:noFill/>
            <a:ln w="19050">
              <a:noFill/>
            </a:ln>
            <a:effectLst>
              <a:outerShdw blurRad="419100" dist="406400" dir="2700000" sx="90000" sy="90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实验内容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57" name="平行四边形 56"/>
            <p:cNvSpPr/>
            <p:nvPr>
              <p:custDataLst>
                <p:tags r:id="rId9"/>
              </p:custDataLst>
            </p:nvPr>
          </p:nvSpPr>
          <p:spPr>
            <a:xfrm>
              <a:off x="3048000" y="1575412"/>
              <a:ext cx="1157092" cy="451692"/>
            </a:xfrm>
            <a:prstGeom prst="parallelogram">
              <a:avLst>
                <a:gd name="adj" fmla="val 94112"/>
              </a:avLst>
            </a:prstGeom>
            <a:solidFill>
              <a:schemeClr val="accent2"/>
            </a:solidFill>
            <a:ln w="19050">
              <a:noFill/>
            </a:ln>
            <a:effectLst>
              <a:outerShdw blurRad="419100" dist="406400" dir="2700000" sx="90000" sy="90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0"/>
              </p:custDataLst>
            </p:nvPr>
          </p:nvSpPr>
          <p:spPr>
            <a:xfrm>
              <a:off x="3366892" y="1605974"/>
              <a:ext cx="491868" cy="377075"/>
            </a:xfrm>
            <a:prstGeom prst="rect">
              <a:avLst/>
            </a:prstGeom>
            <a:noFill/>
            <a:ln w="19050">
              <a:noFill/>
            </a:ln>
            <a:effectLst>
              <a:outerShdw blurRad="419100" dist="406400" dir="2700000" sx="90000" sy="90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02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1"/>
            </p:custDataLst>
          </p:nvPr>
        </p:nvGrpSpPr>
        <p:grpSpPr>
          <a:xfrm>
            <a:off x="5368925" y="4435209"/>
            <a:ext cx="5431744" cy="602256"/>
            <a:chOff x="3048000" y="1575412"/>
            <a:chExt cx="4073808" cy="451692"/>
          </a:xfrm>
        </p:grpSpPr>
        <p:sp>
          <p:nvSpPr>
            <p:cNvPr id="60" name="矩形 59"/>
            <p:cNvSpPr/>
            <p:nvPr>
              <p:custDataLst>
                <p:tags r:id="rId12"/>
              </p:custDataLst>
            </p:nvPr>
          </p:nvSpPr>
          <p:spPr>
            <a:xfrm>
              <a:off x="3690457" y="1666689"/>
              <a:ext cx="3431351" cy="327364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3"/>
              </p:custDataLst>
            </p:nvPr>
          </p:nvSpPr>
          <p:spPr>
            <a:xfrm>
              <a:off x="4380305" y="1656622"/>
              <a:ext cx="2215991" cy="3462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2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实验困难与解决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措施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62" name="平行四边形 61"/>
            <p:cNvSpPr/>
            <p:nvPr>
              <p:custDataLst>
                <p:tags r:id="rId14"/>
              </p:custDataLst>
            </p:nvPr>
          </p:nvSpPr>
          <p:spPr>
            <a:xfrm>
              <a:off x="3048000" y="1575412"/>
              <a:ext cx="1157092" cy="451692"/>
            </a:xfrm>
            <a:prstGeom prst="parallelogram">
              <a:avLst>
                <a:gd name="adj" fmla="val 9411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15"/>
              </p:custDataLst>
            </p:nvPr>
          </p:nvSpPr>
          <p:spPr>
            <a:xfrm>
              <a:off x="3366892" y="1605974"/>
              <a:ext cx="491868" cy="377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2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  <a:sym typeface="字魂154号-锐艺黑" panose="00000500000000000000" pitchFamily="2" charset="-122"/>
                </a:rPr>
                <a:t>03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 rot="16200000">
            <a:off x="10821619" y="-239411"/>
            <a:ext cx="1679885" cy="1721785"/>
            <a:chOff x="4224836" y="99756"/>
            <a:chExt cx="4921000" cy="5043742"/>
          </a:xfrm>
        </p:grpSpPr>
        <p:sp>
          <p:nvSpPr>
            <p:cNvPr id="65" name="任意多边形 64"/>
            <p:cNvSpPr/>
            <p:nvPr/>
          </p:nvSpPr>
          <p:spPr>
            <a:xfrm>
              <a:off x="4224836" y="99756"/>
              <a:ext cx="4919165" cy="5043742"/>
            </a:xfrm>
            <a:custGeom>
              <a:avLst/>
              <a:gdLst>
                <a:gd name="connsiteX0" fmla="*/ 1708439 w 1708439"/>
                <a:gd name="connsiteY0" fmla="*/ 0 h 1751706"/>
                <a:gd name="connsiteX1" fmla="*/ 1708439 w 1708439"/>
                <a:gd name="connsiteY1" fmla="*/ 188640 h 1751706"/>
                <a:gd name="connsiteX2" fmla="*/ 183981 w 1708439"/>
                <a:gd name="connsiteY2" fmla="*/ 1751706 h 1751706"/>
                <a:gd name="connsiteX3" fmla="*/ 0 w 1708439"/>
                <a:gd name="connsiteY3" fmla="*/ 1751706 h 175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8439" h="1751706">
                  <a:moveTo>
                    <a:pt x="1708439" y="0"/>
                  </a:moveTo>
                  <a:lnTo>
                    <a:pt x="1708439" y="188640"/>
                  </a:lnTo>
                  <a:lnTo>
                    <a:pt x="183981" y="1751706"/>
                  </a:lnTo>
                  <a:lnTo>
                    <a:pt x="0" y="1751706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noFill/>
            </a:ln>
            <a:effectLst>
              <a:outerShdw blurRad="419100" dist="406400" dir="2700000" sx="90000" sy="90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66" name="直角三角形 65"/>
            <p:cNvSpPr/>
            <p:nvPr/>
          </p:nvSpPr>
          <p:spPr>
            <a:xfrm flipH="1">
              <a:off x="4880471" y="729502"/>
              <a:ext cx="4265365" cy="4413996"/>
            </a:xfrm>
            <a:prstGeom prst="rtTriangle">
              <a:avLst/>
            </a:prstGeom>
            <a:solidFill>
              <a:schemeClr val="accent1"/>
            </a:solidFill>
            <a:ln w="19050">
              <a:noFill/>
            </a:ln>
            <a:effectLst>
              <a:outerShdw blurRad="419100" dist="406400" dir="2700000" sx="90000" sy="90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25" y="360063"/>
            <a:ext cx="2269650" cy="499073"/>
          </a:xfrm>
          <a:prstGeom prst="rect">
            <a:avLst/>
          </a:prstGeom>
        </p:spPr>
      </p:pic>
      <p:sp>
        <p:nvSpPr>
          <p:cNvPr id="35" name="Freeform 5"/>
          <p:cNvSpPr>
            <a:spLocks noChangeArrowheads="1"/>
          </p:cNvSpPr>
          <p:nvPr/>
        </p:nvSpPr>
        <p:spPr bwMode="auto">
          <a:xfrm>
            <a:off x="9134661" y="3854366"/>
            <a:ext cx="3471900" cy="3379385"/>
          </a:xfrm>
          <a:custGeom>
            <a:avLst/>
            <a:gdLst>
              <a:gd name="T0" fmla="*/ 2313 w 16074"/>
              <a:gd name="T1" fmla="*/ 11564 h 16128"/>
              <a:gd name="T2" fmla="*/ 3529 w 16074"/>
              <a:gd name="T3" fmla="*/ 12395 h 16128"/>
              <a:gd name="T4" fmla="*/ 4818 w 16074"/>
              <a:gd name="T5" fmla="*/ 13031 h 16128"/>
              <a:gd name="T6" fmla="*/ 6189 w 16074"/>
              <a:gd name="T7" fmla="*/ 13418 h 16128"/>
              <a:gd name="T8" fmla="*/ 7653 w 16074"/>
              <a:gd name="T9" fmla="*/ 13501 h 16128"/>
              <a:gd name="T10" fmla="*/ 9219 w 16074"/>
              <a:gd name="T11" fmla="*/ 13224 h 16128"/>
              <a:gd name="T12" fmla="*/ 5225 w 16074"/>
              <a:gd name="T13" fmla="*/ 7326 h 16128"/>
              <a:gd name="T14" fmla="*/ 5604 w 16074"/>
              <a:gd name="T15" fmla="*/ 2588 h 16128"/>
              <a:gd name="T16" fmla="*/ 5918 w 16074"/>
              <a:gd name="T17" fmla="*/ 2680 h 16128"/>
              <a:gd name="T18" fmla="*/ 6274 w 16074"/>
              <a:gd name="T19" fmla="*/ 2719 h 16128"/>
              <a:gd name="T20" fmla="*/ 6671 w 16074"/>
              <a:gd name="T21" fmla="*/ 2688 h 16128"/>
              <a:gd name="T22" fmla="*/ 7102 w 16074"/>
              <a:gd name="T23" fmla="*/ 2577 h 16128"/>
              <a:gd name="T24" fmla="*/ 7563 w 16074"/>
              <a:gd name="T25" fmla="*/ 2375 h 16128"/>
              <a:gd name="T26" fmla="*/ 8053 w 16074"/>
              <a:gd name="T27" fmla="*/ 2066 h 16128"/>
              <a:gd name="T28" fmla="*/ 12930 w 16074"/>
              <a:gd name="T29" fmla="*/ 10057 h 16128"/>
              <a:gd name="T30" fmla="*/ 13396 w 16074"/>
              <a:gd name="T31" fmla="*/ 8301 h 16128"/>
              <a:gd name="T32" fmla="*/ 13347 w 16074"/>
              <a:gd name="T33" fmla="*/ 6443 h 16128"/>
              <a:gd name="T34" fmla="*/ 12801 w 16074"/>
              <a:gd name="T35" fmla="*/ 4583 h 16128"/>
              <a:gd name="T36" fmla="*/ 11773 w 16074"/>
              <a:gd name="T37" fmla="*/ 2822 h 16128"/>
              <a:gd name="T38" fmla="*/ 10277 w 16074"/>
              <a:gd name="T39" fmla="*/ 1262 h 16128"/>
              <a:gd name="T40" fmla="*/ 8329 w 16074"/>
              <a:gd name="T41" fmla="*/ 0 h 16128"/>
              <a:gd name="T42" fmla="*/ 10526 w 16074"/>
              <a:gd name="T43" fmla="*/ 458 h 16128"/>
              <a:gd name="T44" fmla="*/ 12659 w 16074"/>
              <a:gd name="T45" fmla="*/ 1583 h 16128"/>
              <a:gd name="T46" fmla="*/ 14464 w 16074"/>
              <a:gd name="T47" fmla="*/ 3304 h 16128"/>
              <a:gd name="T48" fmla="*/ 15679 w 16074"/>
              <a:gd name="T49" fmla="*/ 5557 h 16128"/>
              <a:gd name="T50" fmla="*/ 16044 w 16074"/>
              <a:gd name="T51" fmla="*/ 8271 h 16128"/>
              <a:gd name="T52" fmla="*/ 15294 w 16074"/>
              <a:gd name="T53" fmla="*/ 11379 h 16128"/>
              <a:gd name="T54" fmla="*/ 12655 w 16074"/>
              <a:gd name="T55" fmla="*/ 14684 h 16128"/>
              <a:gd name="T56" fmla="*/ 10870 w 16074"/>
              <a:gd name="T57" fmla="*/ 15495 h 16128"/>
              <a:gd name="T58" fmla="*/ 9145 w 16074"/>
              <a:gd name="T59" fmla="*/ 15974 h 16128"/>
              <a:gd name="T60" fmla="*/ 7486 w 16074"/>
              <a:gd name="T61" fmla="*/ 16128 h 16128"/>
              <a:gd name="T62" fmla="*/ 5906 w 16074"/>
              <a:gd name="T63" fmla="*/ 15967 h 16128"/>
              <a:gd name="T64" fmla="*/ 4415 w 16074"/>
              <a:gd name="T65" fmla="*/ 15498 h 16128"/>
              <a:gd name="T66" fmla="*/ 3023 w 16074"/>
              <a:gd name="T67" fmla="*/ 14731 h 16128"/>
              <a:gd name="T68" fmla="*/ 2528 w 16074"/>
              <a:gd name="T69" fmla="*/ 14487 h 16128"/>
              <a:gd name="T70" fmla="*/ 2530 w 16074"/>
              <a:gd name="T71" fmla="*/ 14735 h 16128"/>
              <a:gd name="T72" fmla="*/ 2473 w 16074"/>
              <a:gd name="T73" fmla="*/ 14983 h 16128"/>
              <a:gd name="T74" fmla="*/ 2363 w 16074"/>
              <a:gd name="T75" fmla="*/ 15222 h 16128"/>
              <a:gd name="T76" fmla="*/ 2207 w 16074"/>
              <a:gd name="T77" fmla="*/ 15444 h 16128"/>
              <a:gd name="T78" fmla="*/ 2013 w 16074"/>
              <a:gd name="T79" fmla="*/ 15642 h 16128"/>
              <a:gd name="T80" fmla="*/ 1779 w 16074"/>
              <a:gd name="T81" fmla="*/ 15812 h 16128"/>
              <a:gd name="T82" fmla="*/ 1496 w 16074"/>
              <a:gd name="T83" fmla="*/ 15944 h 16128"/>
              <a:gd name="T84" fmla="*/ 1210 w 16074"/>
              <a:gd name="T85" fmla="*/ 16001 h 16128"/>
              <a:gd name="T86" fmla="*/ 933 w 16074"/>
              <a:gd name="T87" fmla="*/ 15986 h 16128"/>
              <a:gd name="T88" fmla="*/ 671 w 16074"/>
              <a:gd name="T89" fmla="*/ 15902 h 16128"/>
              <a:gd name="T90" fmla="*/ 436 w 16074"/>
              <a:gd name="T91" fmla="*/ 15751 h 16128"/>
              <a:gd name="T92" fmla="*/ 234 w 16074"/>
              <a:gd name="T93" fmla="*/ 15534 h 16128"/>
              <a:gd name="T94" fmla="*/ 33 w 16074"/>
              <a:gd name="T95" fmla="*/ 15112 h 16128"/>
              <a:gd name="T96" fmla="*/ 17 w 16074"/>
              <a:gd name="T97" fmla="*/ 14651 h 16128"/>
              <a:gd name="T98" fmla="*/ 179 w 16074"/>
              <a:gd name="T99" fmla="*/ 14226 h 16128"/>
              <a:gd name="T100" fmla="*/ 478 w 16074"/>
              <a:gd name="T101" fmla="*/ 13874 h 16128"/>
              <a:gd name="T102" fmla="*/ 878 w 16074"/>
              <a:gd name="T103" fmla="*/ 13632 h 16128"/>
              <a:gd name="T104" fmla="*/ 1339 w 16074"/>
              <a:gd name="T105" fmla="*/ 13536 h 16128"/>
              <a:gd name="T106" fmla="*/ 1477 w 16074"/>
              <a:gd name="T107" fmla="*/ 13406 h 16128"/>
              <a:gd name="T108" fmla="*/ 1100 w 16074"/>
              <a:gd name="T109" fmla="*/ 12990 h 16128"/>
              <a:gd name="T110" fmla="*/ 736 w 16074"/>
              <a:gd name="T111" fmla="*/ 12545 h 1612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6074"/>
              <a:gd name="T169" fmla="*/ 0 h 16128"/>
              <a:gd name="T170" fmla="*/ 16074 w 16074"/>
              <a:gd name="T171" fmla="*/ 16128 h 1612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6074" h="16128">
                <a:moveTo>
                  <a:pt x="454" y="12169"/>
                </a:moveTo>
                <a:lnTo>
                  <a:pt x="1614" y="10993"/>
                </a:lnTo>
                <a:lnTo>
                  <a:pt x="1844" y="11188"/>
                </a:lnTo>
                <a:lnTo>
                  <a:pt x="2077" y="11378"/>
                </a:lnTo>
                <a:lnTo>
                  <a:pt x="2313" y="11564"/>
                </a:lnTo>
                <a:lnTo>
                  <a:pt x="2550" y="11742"/>
                </a:lnTo>
                <a:lnTo>
                  <a:pt x="2792" y="11916"/>
                </a:lnTo>
                <a:lnTo>
                  <a:pt x="3035" y="12083"/>
                </a:lnTo>
                <a:lnTo>
                  <a:pt x="3280" y="12242"/>
                </a:lnTo>
                <a:lnTo>
                  <a:pt x="3529" y="12395"/>
                </a:lnTo>
                <a:lnTo>
                  <a:pt x="3781" y="12540"/>
                </a:lnTo>
                <a:lnTo>
                  <a:pt x="4035" y="12677"/>
                </a:lnTo>
                <a:lnTo>
                  <a:pt x="4293" y="12804"/>
                </a:lnTo>
                <a:lnTo>
                  <a:pt x="4554" y="12923"/>
                </a:lnTo>
                <a:lnTo>
                  <a:pt x="4818" y="13031"/>
                </a:lnTo>
                <a:lnTo>
                  <a:pt x="5086" y="13131"/>
                </a:lnTo>
                <a:lnTo>
                  <a:pt x="5356" y="13220"/>
                </a:lnTo>
                <a:lnTo>
                  <a:pt x="5630" y="13298"/>
                </a:lnTo>
                <a:lnTo>
                  <a:pt x="5908" y="13364"/>
                </a:lnTo>
                <a:lnTo>
                  <a:pt x="6189" y="13418"/>
                </a:lnTo>
                <a:lnTo>
                  <a:pt x="6474" y="13461"/>
                </a:lnTo>
                <a:lnTo>
                  <a:pt x="6763" y="13491"/>
                </a:lnTo>
                <a:lnTo>
                  <a:pt x="7056" y="13508"/>
                </a:lnTo>
                <a:lnTo>
                  <a:pt x="7352" y="13511"/>
                </a:lnTo>
                <a:lnTo>
                  <a:pt x="7653" y="13501"/>
                </a:lnTo>
                <a:lnTo>
                  <a:pt x="7958" y="13476"/>
                </a:lnTo>
                <a:lnTo>
                  <a:pt x="8267" y="13437"/>
                </a:lnTo>
                <a:lnTo>
                  <a:pt x="8579" y="13381"/>
                </a:lnTo>
                <a:lnTo>
                  <a:pt x="8897" y="13311"/>
                </a:lnTo>
                <a:lnTo>
                  <a:pt x="9219" y="13224"/>
                </a:lnTo>
                <a:lnTo>
                  <a:pt x="9546" y="13121"/>
                </a:lnTo>
                <a:lnTo>
                  <a:pt x="9877" y="13001"/>
                </a:lnTo>
                <a:lnTo>
                  <a:pt x="10212" y="12863"/>
                </a:lnTo>
                <a:lnTo>
                  <a:pt x="10554" y="12708"/>
                </a:lnTo>
                <a:lnTo>
                  <a:pt x="5225" y="7326"/>
                </a:lnTo>
                <a:lnTo>
                  <a:pt x="3765" y="8813"/>
                </a:lnTo>
                <a:lnTo>
                  <a:pt x="1503" y="6582"/>
                </a:lnTo>
                <a:lnTo>
                  <a:pt x="5491" y="2537"/>
                </a:lnTo>
                <a:lnTo>
                  <a:pt x="5547" y="2563"/>
                </a:lnTo>
                <a:lnTo>
                  <a:pt x="5604" y="2588"/>
                </a:lnTo>
                <a:lnTo>
                  <a:pt x="5663" y="2610"/>
                </a:lnTo>
                <a:lnTo>
                  <a:pt x="5724" y="2631"/>
                </a:lnTo>
                <a:lnTo>
                  <a:pt x="5787" y="2649"/>
                </a:lnTo>
                <a:lnTo>
                  <a:pt x="5852" y="2666"/>
                </a:lnTo>
                <a:lnTo>
                  <a:pt x="5918" y="2680"/>
                </a:lnTo>
                <a:lnTo>
                  <a:pt x="5986" y="2693"/>
                </a:lnTo>
                <a:lnTo>
                  <a:pt x="6055" y="2703"/>
                </a:lnTo>
                <a:lnTo>
                  <a:pt x="6127" y="2711"/>
                </a:lnTo>
                <a:lnTo>
                  <a:pt x="6200" y="2716"/>
                </a:lnTo>
                <a:lnTo>
                  <a:pt x="6274" y="2719"/>
                </a:lnTo>
                <a:lnTo>
                  <a:pt x="6351" y="2719"/>
                </a:lnTo>
                <a:lnTo>
                  <a:pt x="6429" y="2716"/>
                </a:lnTo>
                <a:lnTo>
                  <a:pt x="6508" y="2710"/>
                </a:lnTo>
                <a:lnTo>
                  <a:pt x="6588" y="2700"/>
                </a:lnTo>
                <a:lnTo>
                  <a:pt x="6671" y="2688"/>
                </a:lnTo>
                <a:lnTo>
                  <a:pt x="6755" y="2673"/>
                </a:lnTo>
                <a:lnTo>
                  <a:pt x="6840" y="2654"/>
                </a:lnTo>
                <a:lnTo>
                  <a:pt x="6925" y="2632"/>
                </a:lnTo>
                <a:lnTo>
                  <a:pt x="7013" y="2607"/>
                </a:lnTo>
                <a:lnTo>
                  <a:pt x="7102" y="2577"/>
                </a:lnTo>
                <a:lnTo>
                  <a:pt x="7192" y="2545"/>
                </a:lnTo>
                <a:lnTo>
                  <a:pt x="7283" y="2508"/>
                </a:lnTo>
                <a:lnTo>
                  <a:pt x="7375" y="2468"/>
                </a:lnTo>
                <a:lnTo>
                  <a:pt x="7469" y="2423"/>
                </a:lnTo>
                <a:lnTo>
                  <a:pt x="7563" y="2375"/>
                </a:lnTo>
                <a:lnTo>
                  <a:pt x="7659" y="2321"/>
                </a:lnTo>
                <a:lnTo>
                  <a:pt x="7756" y="2265"/>
                </a:lnTo>
                <a:lnTo>
                  <a:pt x="7854" y="2203"/>
                </a:lnTo>
                <a:lnTo>
                  <a:pt x="7953" y="2137"/>
                </a:lnTo>
                <a:lnTo>
                  <a:pt x="8053" y="2066"/>
                </a:lnTo>
                <a:lnTo>
                  <a:pt x="9204" y="3243"/>
                </a:lnTo>
                <a:lnTo>
                  <a:pt x="7220" y="5296"/>
                </a:lnTo>
                <a:lnTo>
                  <a:pt x="12597" y="10708"/>
                </a:lnTo>
                <a:lnTo>
                  <a:pt x="12775" y="10387"/>
                </a:lnTo>
                <a:lnTo>
                  <a:pt x="12930" y="10057"/>
                </a:lnTo>
                <a:lnTo>
                  <a:pt x="13065" y="9719"/>
                </a:lnTo>
                <a:lnTo>
                  <a:pt x="13179" y="9373"/>
                </a:lnTo>
                <a:lnTo>
                  <a:pt x="13271" y="9022"/>
                </a:lnTo>
                <a:lnTo>
                  <a:pt x="13344" y="8664"/>
                </a:lnTo>
                <a:lnTo>
                  <a:pt x="13396" y="8301"/>
                </a:lnTo>
                <a:lnTo>
                  <a:pt x="13426" y="7934"/>
                </a:lnTo>
                <a:lnTo>
                  <a:pt x="13437" y="7564"/>
                </a:lnTo>
                <a:lnTo>
                  <a:pt x="13427" y="7192"/>
                </a:lnTo>
                <a:lnTo>
                  <a:pt x="13398" y="6818"/>
                </a:lnTo>
                <a:lnTo>
                  <a:pt x="13347" y="6443"/>
                </a:lnTo>
                <a:lnTo>
                  <a:pt x="13277" y="6068"/>
                </a:lnTo>
                <a:lnTo>
                  <a:pt x="13188" y="5694"/>
                </a:lnTo>
                <a:lnTo>
                  <a:pt x="13079" y="5321"/>
                </a:lnTo>
                <a:lnTo>
                  <a:pt x="12949" y="4950"/>
                </a:lnTo>
                <a:lnTo>
                  <a:pt x="12801" y="4583"/>
                </a:lnTo>
                <a:lnTo>
                  <a:pt x="12634" y="4220"/>
                </a:lnTo>
                <a:lnTo>
                  <a:pt x="12447" y="3862"/>
                </a:lnTo>
                <a:lnTo>
                  <a:pt x="12241" y="3509"/>
                </a:lnTo>
                <a:lnTo>
                  <a:pt x="12017" y="3162"/>
                </a:lnTo>
                <a:lnTo>
                  <a:pt x="11773" y="2822"/>
                </a:lnTo>
                <a:lnTo>
                  <a:pt x="11511" y="2492"/>
                </a:lnTo>
                <a:lnTo>
                  <a:pt x="11230" y="2169"/>
                </a:lnTo>
                <a:lnTo>
                  <a:pt x="10931" y="1856"/>
                </a:lnTo>
                <a:lnTo>
                  <a:pt x="10613" y="1553"/>
                </a:lnTo>
                <a:lnTo>
                  <a:pt x="10277" y="1262"/>
                </a:lnTo>
                <a:lnTo>
                  <a:pt x="9924" y="982"/>
                </a:lnTo>
                <a:lnTo>
                  <a:pt x="9551" y="716"/>
                </a:lnTo>
                <a:lnTo>
                  <a:pt x="9162" y="463"/>
                </a:lnTo>
                <a:lnTo>
                  <a:pt x="8754" y="224"/>
                </a:lnTo>
                <a:lnTo>
                  <a:pt x="8329" y="0"/>
                </a:lnTo>
                <a:lnTo>
                  <a:pt x="8761" y="35"/>
                </a:lnTo>
                <a:lnTo>
                  <a:pt x="9199" y="99"/>
                </a:lnTo>
                <a:lnTo>
                  <a:pt x="9641" y="192"/>
                </a:lnTo>
                <a:lnTo>
                  <a:pt x="10084" y="310"/>
                </a:lnTo>
                <a:lnTo>
                  <a:pt x="10526" y="458"/>
                </a:lnTo>
                <a:lnTo>
                  <a:pt x="10966" y="632"/>
                </a:lnTo>
                <a:lnTo>
                  <a:pt x="11402" y="832"/>
                </a:lnTo>
                <a:lnTo>
                  <a:pt x="11830" y="1057"/>
                </a:lnTo>
                <a:lnTo>
                  <a:pt x="12250" y="1307"/>
                </a:lnTo>
                <a:lnTo>
                  <a:pt x="12659" y="1583"/>
                </a:lnTo>
                <a:lnTo>
                  <a:pt x="13054" y="1881"/>
                </a:lnTo>
                <a:lnTo>
                  <a:pt x="13435" y="2203"/>
                </a:lnTo>
                <a:lnTo>
                  <a:pt x="13798" y="2548"/>
                </a:lnTo>
                <a:lnTo>
                  <a:pt x="14141" y="2915"/>
                </a:lnTo>
                <a:lnTo>
                  <a:pt x="14464" y="3304"/>
                </a:lnTo>
                <a:lnTo>
                  <a:pt x="14762" y="3714"/>
                </a:lnTo>
                <a:lnTo>
                  <a:pt x="15036" y="4146"/>
                </a:lnTo>
                <a:lnTo>
                  <a:pt x="15281" y="4596"/>
                </a:lnTo>
                <a:lnTo>
                  <a:pt x="15496" y="5067"/>
                </a:lnTo>
                <a:lnTo>
                  <a:pt x="15679" y="5557"/>
                </a:lnTo>
                <a:lnTo>
                  <a:pt x="15829" y="6065"/>
                </a:lnTo>
                <a:lnTo>
                  <a:pt x="15942" y="6591"/>
                </a:lnTo>
                <a:lnTo>
                  <a:pt x="16016" y="7135"/>
                </a:lnTo>
                <a:lnTo>
                  <a:pt x="16052" y="7695"/>
                </a:lnTo>
                <a:lnTo>
                  <a:pt x="16044" y="8271"/>
                </a:lnTo>
                <a:lnTo>
                  <a:pt x="15991" y="8863"/>
                </a:lnTo>
                <a:lnTo>
                  <a:pt x="15892" y="9471"/>
                </a:lnTo>
                <a:lnTo>
                  <a:pt x="15744" y="10093"/>
                </a:lnTo>
                <a:lnTo>
                  <a:pt x="15545" y="10729"/>
                </a:lnTo>
                <a:lnTo>
                  <a:pt x="15294" y="11379"/>
                </a:lnTo>
                <a:lnTo>
                  <a:pt x="14987" y="12042"/>
                </a:lnTo>
                <a:lnTo>
                  <a:pt x="14623" y="12717"/>
                </a:lnTo>
                <a:lnTo>
                  <a:pt x="16074" y="14218"/>
                </a:lnTo>
                <a:lnTo>
                  <a:pt x="14156" y="16081"/>
                </a:lnTo>
                <a:lnTo>
                  <a:pt x="12655" y="14684"/>
                </a:lnTo>
                <a:lnTo>
                  <a:pt x="12293" y="14873"/>
                </a:lnTo>
                <a:lnTo>
                  <a:pt x="11934" y="15048"/>
                </a:lnTo>
                <a:lnTo>
                  <a:pt x="11578" y="15211"/>
                </a:lnTo>
                <a:lnTo>
                  <a:pt x="11223" y="15360"/>
                </a:lnTo>
                <a:lnTo>
                  <a:pt x="10870" y="15495"/>
                </a:lnTo>
                <a:lnTo>
                  <a:pt x="10520" y="15617"/>
                </a:lnTo>
                <a:lnTo>
                  <a:pt x="10173" y="15726"/>
                </a:lnTo>
                <a:lnTo>
                  <a:pt x="9828" y="15822"/>
                </a:lnTo>
                <a:lnTo>
                  <a:pt x="9485" y="15904"/>
                </a:lnTo>
                <a:lnTo>
                  <a:pt x="9145" y="15974"/>
                </a:lnTo>
                <a:lnTo>
                  <a:pt x="8808" y="16030"/>
                </a:lnTo>
                <a:lnTo>
                  <a:pt x="8472" y="16074"/>
                </a:lnTo>
                <a:lnTo>
                  <a:pt x="8140" y="16105"/>
                </a:lnTo>
                <a:lnTo>
                  <a:pt x="7812" y="16123"/>
                </a:lnTo>
                <a:lnTo>
                  <a:pt x="7486" y="16128"/>
                </a:lnTo>
                <a:lnTo>
                  <a:pt x="7164" y="16121"/>
                </a:lnTo>
                <a:lnTo>
                  <a:pt x="6845" y="16101"/>
                </a:lnTo>
                <a:lnTo>
                  <a:pt x="6529" y="16069"/>
                </a:lnTo>
                <a:lnTo>
                  <a:pt x="6216" y="16024"/>
                </a:lnTo>
                <a:lnTo>
                  <a:pt x="5906" y="15967"/>
                </a:lnTo>
                <a:lnTo>
                  <a:pt x="5601" y="15897"/>
                </a:lnTo>
                <a:lnTo>
                  <a:pt x="5298" y="15816"/>
                </a:lnTo>
                <a:lnTo>
                  <a:pt x="5001" y="15722"/>
                </a:lnTo>
                <a:lnTo>
                  <a:pt x="4706" y="15616"/>
                </a:lnTo>
                <a:lnTo>
                  <a:pt x="4415" y="15498"/>
                </a:lnTo>
                <a:lnTo>
                  <a:pt x="4129" y="15368"/>
                </a:lnTo>
                <a:lnTo>
                  <a:pt x="3846" y="15227"/>
                </a:lnTo>
                <a:lnTo>
                  <a:pt x="3568" y="15073"/>
                </a:lnTo>
                <a:lnTo>
                  <a:pt x="3293" y="14907"/>
                </a:lnTo>
                <a:lnTo>
                  <a:pt x="3023" y="14731"/>
                </a:lnTo>
                <a:lnTo>
                  <a:pt x="2757" y="14542"/>
                </a:lnTo>
                <a:lnTo>
                  <a:pt x="2496" y="14342"/>
                </a:lnTo>
                <a:lnTo>
                  <a:pt x="2509" y="14390"/>
                </a:lnTo>
                <a:lnTo>
                  <a:pt x="2520" y="14439"/>
                </a:lnTo>
                <a:lnTo>
                  <a:pt x="2528" y="14487"/>
                </a:lnTo>
                <a:lnTo>
                  <a:pt x="2533" y="14536"/>
                </a:lnTo>
                <a:lnTo>
                  <a:pt x="2536" y="14586"/>
                </a:lnTo>
                <a:lnTo>
                  <a:pt x="2537" y="14635"/>
                </a:lnTo>
                <a:lnTo>
                  <a:pt x="2534" y="14686"/>
                </a:lnTo>
                <a:lnTo>
                  <a:pt x="2530" y="14735"/>
                </a:lnTo>
                <a:lnTo>
                  <a:pt x="2523" y="14785"/>
                </a:lnTo>
                <a:lnTo>
                  <a:pt x="2514" y="14835"/>
                </a:lnTo>
                <a:lnTo>
                  <a:pt x="2502" y="14884"/>
                </a:lnTo>
                <a:lnTo>
                  <a:pt x="2489" y="14934"/>
                </a:lnTo>
                <a:lnTo>
                  <a:pt x="2473" y="14983"/>
                </a:lnTo>
                <a:lnTo>
                  <a:pt x="2454" y="15031"/>
                </a:lnTo>
                <a:lnTo>
                  <a:pt x="2434" y="15080"/>
                </a:lnTo>
                <a:lnTo>
                  <a:pt x="2412" y="15127"/>
                </a:lnTo>
                <a:lnTo>
                  <a:pt x="2388" y="15174"/>
                </a:lnTo>
                <a:lnTo>
                  <a:pt x="2363" y="15222"/>
                </a:lnTo>
                <a:lnTo>
                  <a:pt x="2334" y="15267"/>
                </a:lnTo>
                <a:lnTo>
                  <a:pt x="2305" y="15313"/>
                </a:lnTo>
                <a:lnTo>
                  <a:pt x="2275" y="15358"/>
                </a:lnTo>
                <a:lnTo>
                  <a:pt x="2241" y="15401"/>
                </a:lnTo>
                <a:lnTo>
                  <a:pt x="2207" y="15444"/>
                </a:lnTo>
                <a:lnTo>
                  <a:pt x="2171" y="15486"/>
                </a:lnTo>
                <a:lnTo>
                  <a:pt x="2134" y="15526"/>
                </a:lnTo>
                <a:lnTo>
                  <a:pt x="2095" y="15567"/>
                </a:lnTo>
                <a:lnTo>
                  <a:pt x="2055" y="15605"/>
                </a:lnTo>
                <a:lnTo>
                  <a:pt x="2013" y="15642"/>
                </a:lnTo>
                <a:lnTo>
                  <a:pt x="1971" y="15677"/>
                </a:lnTo>
                <a:lnTo>
                  <a:pt x="1927" y="15713"/>
                </a:lnTo>
                <a:lnTo>
                  <a:pt x="1881" y="15745"/>
                </a:lnTo>
                <a:lnTo>
                  <a:pt x="1836" y="15777"/>
                </a:lnTo>
                <a:lnTo>
                  <a:pt x="1779" y="15812"/>
                </a:lnTo>
                <a:lnTo>
                  <a:pt x="1723" y="15845"/>
                </a:lnTo>
                <a:lnTo>
                  <a:pt x="1666" y="15874"/>
                </a:lnTo>
                <a:lnTo>
                  <a:pt x="1610" y="15900"/>
                </a:lnTo>
                <a:lnTo>
                  <a:pt x="1552" y="15923"/>
                </a:lnTo>
                <a:lnTo>
                  <a:pt x="1496" y="15944"/>
                </a:lnTo>
                <a:lnTo>
                  <a:pt x="1438" y="15961"/>
                </a:lnTo>
                <a:lnTo>
                  <a:pt x="1381" y="15975"/>
                </a:lnTo>
                <a:lnTo>
                  <a:pt x="1324" y="15987"/>
                </a:lnTo>
                <a:lnTo>
                  <a:pt x="1267" y="15995"/>
                </a:lnTo>
                <a:lnTo>
                  <a:pt x="1210" y="16001"/>
                </a:lnTo>
                <a:lnTo>
                  <a:pt x="1154" y="16003"/>
                </a:lnTo>
                <a:lnTo>
                  <a:pt x="1098" y="16003"/>
                </a:lnTo>
                <a:lnTo>
                  <a:pt x="1043" y="16000"/>
                </a:lnTo>
                <a:lnTo>
                  <a:pt x="987" y="15995"/>
                </a:lnTo>
                <a:lnTo>
                  <a:pt x="933" y="15986"/>
                </a:lnTo>
                <a:lnTo>
                  <a:pt x="879" y="15975"/>
                </a:lnTo>
                <a:lnTo>
                  <a:pt x="826" y="15961"/>
                </a:lnTo>
                <a:lnTo>
                  <a:pt x="773" y="15944"/>
                </a:lnTo>
                <a:lnTo>
                  <a:pt x="722" y="15924"/>
                </a:lnTo>
                <a:lnTo>
                  <a:pt x="671" y="15902"/>
                </a:lnTo>
                <a:lnTo>
                  <a:pt x="622" y="15877"/>
                </a:lnTo>
                <a:lnTo>
                  <a:pt x="573" y="15849"/>
                </a:lnTo>
                <a:lnTo>
                  <a:pt x="527" y="15819"/>
                </a:lnTo>
                <a:lnTo>
                  <a:pt x="480" y="15786"/>
                </a:lnTo>
                <a:lnTo>
                  <a:pt x="436" y="15751"/>
                </a:lnTo>
                <a:lnTo>
                  <a:pt x="393" y="15713"/>
                </a:lnTo>
                <a:lnTo>
                  <a:pt x="350" y="15671"/>
                </a:lnTo>
                <a:lnTo>
                  <a:pt x="310" y="15628"/>
                </a:lnTo>
                <a:lnTo>
                  <a:pt x="271" y="15583"/>
                </a:lnTo>
                <a:lnTo>
                  <a:pt x="234" y="15534"/>
                </a:lnTo>
                <a:lnTo>
                  <a:pt x="199" y="15483"/>
                </a:lnTo>
                <a:lnTo>
                  <a:pt x="143" y="15391"/>
                </a:lnTo>
                <a:lnTo>
                  <a:pt x="98" y="15299"/>
                </a:lnTo>
                <a:lnTo>
                  <a:pt x="61" y="15206"/>
                </a:lnTo>
                <a:lnTo>
                  <a:pt x="33" y="15112"/>
                </a:lnTo>
                <a:lnTo>
                  <a:pt x="14" y="15019"/>
                </a:lnTo>
                <a:lnTo>
                  <a:pt x="3" y="14925"/>
                </a:lnTo>
                <a:lnTo>
                  <a:pt x="0" y="14833"/>
                </a:lnTo>
                <a:lnTo>
                  <a:pt x="5" y="14741"/>
                </a:lnTo>
                <a:lnTo>
                  <a:pt x="17" y="14651"/>
                </a:lnTo>
                <a:lnTo>
                  <a:pt x="36" y="14562"/>
                </a:lnTo>
                <a:lnTo>
                  <a:pt x="63" y="14475"/>
                </a:lnTo>
                <a:lnTo>
                  <a:pt x="95" y="14389"/>
                </a:lnTo>
                <a:lnTo>
                  <a:pt x="133" y="14307"/>
                </a:lnTo>
                <a:lnTo>
                  <a:pt x="179" y="14226"/>
                </a:lnTo>
                <a:lnTo>
                  <a:pt x="228" y="14148"/>
                </a:lnTo>
                <a:lnTo>
                  <a:pt x="284" y="14075"/>
                </a:lnTo>
                <a:lnTo>
                  <a:pt x="344" y="14004"/>
                </a:lnTo>
                <a:lnTo>
                  <a:pt x="409" y="13938"/>
                </a:lnTo>
                <a:lnTo>
                  <a:pt x="478" y="13874"/>
                </a:lnTo>
                <a:lnTo>
                  <a:pt x="551" y="13816"/>
                </a:lnTo>
                <a:lnTo>
                  <a:pt x="628" y="13762"/>
                </a:lnTo>
                <a:lnTo>
                  <a:pt x="708" y="13714"/>
                </a:lnTo>
                <a:lnTo>
                  <a:pt x="791" y="13670"/>
                </a:lnTo>
                <a:lnTo>
                  <a:pt x="878" y="13632"/>
                </a:lnTo>
                <a:lnTo>
                  <a:pt x="967" y="13601"/>
                </a:lnTo>
                <a:lnTo>
                  <a:pt x="1057" y="13575"/>
                </a:lnTo>
                <a:lnTo>
                  <a:pt x="1150" y="13556"/>
                </a:lnTo>
                <a:lnTo>
                  <a:pt x="1244" y="13542"/>
                </a:lnTo>
                <a:lnTo>
                  <a:pt x="1339" y="13536"/>
                </a:lnTo>
                <a:lnTo>
                  <a:pt x="1436" y="13538"/>
                </a:lnTo>
                <a:lnTo>
                  <a:pt x="1533" y="13548"/>
                </a:lnTo>
                <a:lnTo>
                  <a:pt x="1630" y="13565"/>
                </a:lnTo>
                <a:lnTo>
                  <a:pt x="1553" y="13486"/>
                </a:lnTo>
                <a:lnTo>
                  <a:pt x="1477" y="13406"/>
                </a:lnTo>
                <a:lnTo>
                  <a:pt x="1400" y="13325"/>
                </a:lnTo>
                <a:lnTo>
                  <a:pt x="1324" y="13243"/>
                </a:lnTo>
                <a:lnTo>
                  <a:pt x="1248" y="13159"/>
                </a:lnTo>
                <a:lnTo>
                  <a:pt x="1174" y="13075"/>
                </a:lnTo>
                <a:lnTo>
                  <a:pt x="1100" y="12990"/>
                </a:lnTo>
                <a:lnTo>
                  <a:pt x="1026" y="12903"/>
                </a:lnTo>
                <a:lnTo>
                  <a:pt x="953" y="12815"/>
                </a:lnTo>
                <a:lnTo>
                  <a:pt x="880" y="12726"/>
                </a:lnTo>
                <a:lnTo>
                  <a:pt x="807" y="12636"/>
                </a:lnTo>
                <a:lnTo>
                  <a:pt x="736" y="12545"/>
                </a:lnTo>
                <a:lnTo>
                  <a:pt x="665" y="12453"/>
                </a:lnTo>
                <a:lnTo>
                  <a:pt x="594" y="12359"/>
                </a:lnTo>
                <a:lnTo>
                  <a:pt x="524" y="12264"/>
                </a:lnTo>
                <a:lnTo>
                  <a:pt x="454" y="12169"/>
                </a:lnTo>
                <a:close/>
              </a:path>
            </a:pathLst>
          </a:custGeom>
          <a:solidFill>
            <a:srgbClr val="C00000">
              <a:alpha val="5000"/>
            </a:srgb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6"/>
          <a:stretch>
            <a:fillRect/>
          </a:stretch>
        </p:blipFill>
        <p:spPr>
          <a:xfrm>
            <a:off x="4610100" y="6254762"/>
            <a:ext cx="7581900" cy="602256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rrowheads="1"/>
          </p:cNvSpPr>
          <p:nvPr/>
        </p:nvSpPr>
        <p:spPr bwMode="auto">
          <a:xfrm>
            <a:off x="-245834" y="3500438"/>
            <a:ext cx="3303045" cy="3215029"/>
          </a:xfrm>
          <a:custGeom>
            <a:avLst/>
            <a:gdLst>
              <a:gd name="T0" fmla="*/ 2313 w 16074"/>
              <a:gd name="T1" fmla="*/ 11564 h 16128"/>
              <a:gd name="T2" fmla="*/ 3529 w 16074"/>
              <a:gd name="T3" fmla="*/ 12395 h 16128"/>
              <a:gd name="T4" fmla="*/ 4818 w 16074"/>
              <a:gd name="T5" fmla="*/ 13031 h 16128"/>
              <a:gd name="T6" fmla="*/ 6189 w 16074"/>
              <a:gd name="T7" fmla="*/ 13418 h 16128"/>
              <a:gd name="T8" fmla="*/ 7653 w 16074"/>
              <a:gd name="T9" fmla="*/ 13501 h 16128"/>
              <a:gd name="T10" fmla="*/ 9219 w 16074"/>
              <a:gd name="T11" fmla="*/ 13224 h 16128"/>
              <a:gd name="T12" fmla="*/ 5225 w 16074"/>
              <a:gd name="T13" fmla="*/ 7326 h 16128"/>
              <a:gd name="T14" fmla="*/ 5604 w 16074"/>
              <a:gd name="T15" fmla="*/ 2588 h 16128"/>
              <a:gd name="T16" fmla="*/ 5918 w 16074"/>
              <a:gd name="T17" fmla="*/ 2680 h 16128"/>
              <a:gd name="T18" fmla="*/ 6274 w 16074"/>
              <a:gd name="T19" fmla="*/ 2719 h 16128"/>
              <a:gd name="T20" fmla="*/ 6671 w 16074"/>
              <a:gd name="T21" fmla="*/ 2688 h 16128"/>
              <a:gd name="T22" fmla="*/ 7102 w 16074"/>
              <a:gd name="T23" fmla="*/ 2577 h 16128"/>
              <a:gd name="T24" fmla="*/ 7563 w 16074"/>
              <a:gd name="T25" fmla="*/ 2375 h 16128"/>
              <a:gd name="T26" fmla="*/ 8053 w 16074"/>
              <a:gd name="T27" fmla="*/ 2066 h 16128"/>
              <a:gd name="T28" fmla="*/ 12930 w 16074"/>
              <a:gd name="T29" fmla="*/ 10057 h 16128"/>
              <a:gd name="T30" fmla="*/ 13396 w 16074"/>
              <a:gd name="T31" fmla="*/ 8301 h 16128"/>
              <a:gd name="T32" fmla="*/ 13347 w 16074"/>
              <a:gd name="T33" fmla="*/ 6443 h 16128"/>
              <a:gd name="T34" fmla="*/ 12801 w 16074"/>
              <a:gd name="T35" fmla="*/ 4583 h 16128"/>
              <a:gd name="T36" fmla="*/ 11773 w 16074"/>
              <a:gd name="T37" fmla="*/ 2822 h 16128"/>
              <a:gd name="T38" fmla="*/ 10277 w 16074"/>
              <a:gd name="T39" fmla="*/ 1262 h 16128"/>
              <a:gd name="T40" fmla="*/ 8329 w 16074"/>
              <a:gd name="T41" fmla="*/ 0 h 16128"/>
              <a:gd name="T42" fmla="*/ 10526 w 16074"/>
              <a:gd name="T43" fmla="*/ 458 h 16128"/>
              <a:gd name="T44" fmla="*/ 12659 w 16074"/>
              <a:gd name="T45" fmla="*/ 1583 h 16128"/>
              <a:gd name="T46" fmla="*/ 14464 w 16074"/>
              <a:gd name="T47" fmla="*/ 3304 h 16128"/>
              <a:gd name="T48" fmla="*/ 15679 w 16074"/>
              <a:gd name="T49" fmla="*/ 5557 h 16128"/>
              <a:gd name="T50" fmla="*/ 16044 w 16074"/>
              <a:gd name="T51" fmla="*/ 8271 h 16128"/>
              <a:gd name="T52" fmla="*/ 15294 w 16074"/>
              <a:gd name="T53" fmla="*/ 11379 h 16128"/>
              <a:gd name="T54" fmla="*/ 12655 w 16074"/>
              <a:gd name="T55" fmla="*/ 14684 h 16128"/>
              <a:gd name="T56" fmla="*/ 10870 w 16074"/>
              <a:gd name="T57" fmla="*/ 15495 h 16128"/>
              <a:gd name="T58" fmla="*/ 9145 w 16074"/>
              <a:gd name="T59" fmla="*/ 15974 h 16128"/>
              <a:gd name="T60" fmla="*/ 7486 w 16074"/>
              <a:gd name="T61" fmla="*/ 16128 h 16128"/>
              <a:gd name="T62" fmla="*/ 5906 w 16074"/>
              <a:gd name="T63" fmla="*/ 15967 h 16128"/>
              <a:gd name="T64" fmla="*/ 4415 w 16074"/>
              <a:gd name="T65" fmla="*/ 15498 h 16128"/>
              <a:gd name="T66" fmla="*/ 3023 w 16074"/>
              <a:gd name="T67" fmla="*/ 14731 h 16128"/>
              <a:gd name="T68" fmla="*/ 2528 w 16074"/>
              <a:gd name="T69" fmla="*/ 14487 h 16128"/>
              <a:gd name="T70" fmla="*/ 2530 w 16074"/>
              <a:gd name="T71" fmla="*/ 14735 h 16128"/>
              <a:gd name="T72" fmla="*/ 2473 w 16074"/>
              <a:gd name="T73" fmla="*/ 14983 h 16128"/>
              <a:gd name="T74" fmla="*/ 2363 w 16074"/>
              <a:gd name="T75" fmla="*/ 15222 h 16128"/>
              <a:gd name="T76" fmla="*/ 2207 w 16074"/>
              <a:gd name="T77" fmla="*/ 15444 h 16128"/>
              <a:gd name="T78" fmla="*/ 2013 w 16074"/>
              <a:gd name="T79" fmla="*/ 15642 h 16128"/>
              <a:gd name="T80" fmla="*/ 1779 w 16074"/>
              <a:gd name="T81" fmla="*/ 15812 h 16128"/>
              <a:gd name="T82" fmla="*/ 1496 w 16074"/>
              <a:gd name="T83" fmla="*/ 15944 h 16128"/>
              <a:gd name="T84" fmla="*/ 1210 w 16074"/>
              <a:gd name="T85" fmla="*/ 16001 h 16128"/>
              <a:gd name="T86" fmla="*/ 933 w 16074"/>
              <a:gd name="T87" fmla="*/ 15986 h 16128"/>
              <a:gd name="T88" fmla="*/ 671 w 16074"/>
              <a:gd name="T89" fmla="*/ 15902 h 16128"/>
              <a:gd name="T90" fmla="*/ 436 w 16074"/>
              <a:gd name="T91" fmla="*/ 15751 h 16128"/>
              <a:gd name="T92" fmla="*/ 234 w 16074"/>
              <a:gd name="T93" fmla="*/ 15534 h 16128"/>
              <a:gd name="T94" fmla="*/ 33 w 16074"/>
              <a:gd name="T95" fmla="*/ 15112 h 16128"/>
              <a:gd name="T96" fmla="*/ 17 w 16074"/>
              <a:gd name="T97" fmla="*/ 14651 h 16128"/>
              <a:gd name="T98" fmla="*/ 179 w 16074"/>
              <a:gd name="T99" fmla="*/ 14226 h 16128"/>
              <a:gd name="T100" fmla="*/ 478 w 16074"/>
              <a:gd name="T101" fmla="*/ 13874 h 16128"/>
              <a:gd name="T102" fmla="*/ 878 w 16074"/>
              <a:gd name="T103" fmla="*/ 13632 h 16128"/>
              <a:gd name="T104" fmla="*/ 1339 w 16074"/>
              <a:gd name="T105" fmla="*/ 13536 h 16128"/>
              <a:gd name="T106" fmla="*/ 1477 w 16074"/>
              <a:gd name="T107" fmla="*/ 13406 h 16128"/>
              <a:gd name="T108" fmla="*/ 1100 w 16074"/>
              <a:gd name="T109" fmla="*/ 12990 h 16128"/>
              <a:gd name="T110" fmla="*/ 736 w 16074"/>
              <a:gd name="T111" fmla="*/ 12545 h 1612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6074"/>
              <a:gd name="T169" fmla="*/ 0 h 16128"/>
              <a:gd name="T170" fmla="*/ 16074 w 16074"/>
              <a:gd name="T171" fmla="*/ 16128 h 1612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6074" h="16128">
                <a:moveTo>
                  <a:pt x="454" y="12169"/>
                </a:moveTo>
                <a:lnTo>
                  <a:pt x="1614" y="10993"/>
                </a:lnTo>
                <a:lnTo>
                  <a:pt x="1844" y="11188"/>
                </a:lnTo>
                <a:lnTo>
                  <a:pt x="2077" y="11378"/>
                </a:lnTo>
                <a:lnTo>
                  <a:pt x="2313" y="11564"/>
                </a:lnTo>
                <a:lnTo>
                  <a:pt x="2550" y="11742"/>
                </a:lnTo>
                <a:lnTo>
                  <a:pt x="2792" y="11916"/>
                </a:lnTo>
                <a:lnTo>
                  <a:pt x="3035" y="12083"/>
                </a:lnTo>
                <a:lnTo>
                  <a:pt x="3280" y="12242"/>
                </a:lnTo>
                <a:lnTo>
                  <a:pt x="3529" y="12395"/>
                </a:lnTo>
                <a:lnTo>
                  <a:pt x="3781" y="12540"/>
                </a:lnTo>
                <a:lnTo>
                  <a:pt x="4035" y="12677"/>
                </a:lnTo>
                <a:lnTo>
                  <a:pt x="4293" y="12804"/>
                </a:lnTo>
                <a:lnTo>
                  <a:pt x="4554" y="12923"/>
                </a:lnTo>
                <a:lnTo>
                  <a:pt x="4818" y="13031"/>
                </a:lnTo>
                <a:lnTo>
                  <a:pt x="5086" y="13131"/>
                </a:lnTo>
                <a:lnTo>
                  <a:pt x="5356" y="13220"/>
                </a:lnTo>
                <a:lnTo>
                  <a:pt x="5630" y="13298"/>
                </a:lnTo>
                <a:lnTo>
                  <a:pt x="5908" y="13364"/>
                </a:lnTo>
                <a:lnTo>
                  <a:pt x="6189" y="13418"/>
                </a:lnTo>
                <a:lnTo>
                  <a:pt x="6474" y="13461"/>
                </a:lnTo>
                <a:lnTo>
                  <a:pt x="6763" y="13491"/>
                </a:lnTo>
                <a:lnTo>
                  <a:pt x="7056" y="13508"/>
                </a:lnTo>
                <a:lnTo>
                  <a:pt x="7352" y="13511"/>
                </a:lnTo>
                <a:lnTo>
                  <a:pt x="7653" y="13501"/>
                </a:lnTo>
                <a:lnTo>
                  <a:pt x="7958" y="13476"/>
                </a:lnTo>
                <a:lnTo>
                  <a:pt x="8267" y="13437"/>
                </a:lnTo>
                <a:lnTo>
                  <a:pt x="8579" y="13381"/>
                </a:lnTo>
                <a:lnTo>
                  <a:pt x="8897" y="13311"/>
                </a:lnTo>
                <a:lnTo>
                  <a:pt x="9219" y="13224"/>
                </a:lnTo>
                <a:lnTo>
                  <a:pt x="9546" y="13121"/>
                </a:lnTo>
                <a:lnTo>
                  <a:pt x="9877" y="13001"/>
                </a:lnTo>
                <a:lnTo>
                  <a:pt x="10212" y="12863"/>
                </a:lnTo>
                <a:lnTo>
                  <a:pt x="10554" y="12708"/>
                </a:lnTo>
                <a:lnTo>
                  <a:pt x="5225" y="7326"/>
                </a:lnTo>
                <a:lnTo>
                  <a:pt x="3765" y="8813"/>
                </a:lnTo>
                <a:lnTo>
                  <a:pt x="1503" y="6582"/>
                </a:lnTo>
                <a:lnTo>
                  <a:pt x="5491" y="2537"/>
                </a:lnTo>
                <a:lnTo>
                  <a:pt x="5547" y="2563"/>
                </a:lnTo>
                <a:lnTo>
                  <a:pt x="5604" y="2588"/>
                </a:lnTo>
                <a:lnTo>
                  <a:pt x="5663" y="2610"/>
                </a:lnTo>
                <a:lnTo>
                  <a:pt x="5724" y="2631"/>
                </a:lnTo>
                <a:lnTo>
                  <a:pt x="5787" y="2649"/>
                </a:lnTo>
                <a:lnTo>
                  <a:pt x="5852" y="2666"/>
                </a:lnTo>
                <a:lnTo>
                  <a:pt x="5918" y="2680"/>
                </a:lnTo>
                <a:lnTo>
                  <a:pt x="5986" y="2693"/>
                </a:lnTo>
                <a:lnTo>
                  <a:pt x="6055" y="2703"/>
                </a:lnTo>
                <a:lnTo>
                  <a:pt x="6127" y="2711"/>
                </a:lnTo>
                <a:lnTo>
                  <a:pt x="6200" y="2716"/>
                </a:lnTo>
                <a:lnTo>
                  <a:pt x="6274" y="2719"/>
                </a:lnTo>
                <a:lnTo>
                  <a:pt x="6351" y="2719"/>
                </a:lnTo>
                <a:lnTo>
                  <a:pt x="6429" y="2716"/>
                </a:lnTo>
                <a:lnTo>
                  <a:pt x="6508" y="2710"/>
                </a:lnTo>
                <a:lnTo>
                  <a:pt x="6588" y="2700"/>
                </a:lnTo>
                <a:lnTo>
                  <a:pt x="6671" y="2688"/>
                </a:lnTo>
                <a:lnTo>
                  <a:pt x="6755" y="2673"/>
                </a:lnTo>
                <a:lnTo>
                  <a:pt x="6840" y="2654"/>
                </a:lnTo>
                <a:lnTo>
                  <a:pt x="6925" y="2632"/>
                </a:lnTo>
                <a:lnTo>
                  <a:pt x="7013" y="2607"/>
                </a:lnTo>
                <a:lnTo>
                  <a:pt x="7102" y="2577"/>
                </a:lnTo>
                <a:lnTo>
                  <a:pt x="7192" y="2545"/>
                </a:lnTo>
                <a:lnTo>
                  <a:pt x="7283" y="2508"/>
                </a:lnTo>
                <a:lnTo>
                  <a:pt x="7375" y="2468"/>
                </a:lnTo>
                <a:lnTo>
                  <a:pt x="7469" y="2423"/>
                </a:lnTo>
                <a:lnTo>
                  <a:pt x="7563" y="2375"/>
                </a:lnTo>
                <a:lnTo>
                  <a:pt x="7659" y="2321"/>
                </a:lnTo>
                <a:lnTo>
                  <a:pt x="7756" y="2265"/>
                </a:lnTo>
                <a:lnTo>
                  <a:pt x="7854" y="2203"/>
                </a:lnTo>
                <a:lnTo>
                  <a:pt x="7953" y="2137"/>
                </a:lnTo>
                <a:lnTo>
                  <a:pt x="8053" y="2066"/>
                </a:lnTo>
                <a:lnTo>
                  <a:pt x="9204" y="3243"/>
                </a:lnTo>
                <a:lnTo>
                  <a:pt x="7220" y="5296"/>
                </a:lnTo>
                <a:lnTo>
                  <a:pt x="12597" y="10708"/>
                </a:lnTo>
                <a:lnTo>
                  <a:pt x="12775" y="10387"/>
                </a:lnTo>
                <a:lnTo>
                  <a:pt x="12930" y="10057"/>
                </a:lnTo>
                <a:lnTo>
                  <a:pt x="13065" y="9719"/>
                </a:lnTo>
                <a:lnTo>
                  <a:pt x="13179" y="9373"/>
                </a:lnTo>
                <a:lnTo>
                  <a:pt x="13271" y="9022"/>
                </a:lnTo>
                <a:lnTo>
                  <a:pt x="13344" y="8664"/>
                </a:lnTo>
                <a:lnTo>
                  <a:pt x="13396" y="8301"/>
                </a:lnTo>
                <a:lnTo>
                  <a:pt x="13426" y="7934"/>
                </a:lnTo>
                <a:lnTo>
                  <a:pt x="13437" y="7564"/>
                </a:lnTo>
                <a:lnTo>
                  <a:pt x="13427" y="7192"/>
                </a:lnTo>
                <a:lnTo>
                  <a:pt x="13398" y="6818"/>
                </a:lnTo>
                <a:lnTo>
                  <a:pt x="13347" y="6443"/>
                </a:lnTo>
                <a:lnTo>
                  <a:pt x="13277" y="6068"/>
                </a:lnTo>
                <a:lnTo>
                  <a:pt x="13188" y="5694"/>
                </a:lnTo>
                <a:lnTo>
                  <a:pt x="13079" y="5321"/>
                </a:lnTo>
                <a:lnTo>
                  <a:pt x="12949" y="4950"/>
                </a:lnTo>
                <a:lnTo>
                  <a:pt x="12801" y="4583"/>
                </a:lnTo>
                <a:lnTo>
                  <a:pt x="12634" y="4220"/>
                </a:lnTo>
                <a:lnTo>
                  <a:pt x="12447" y="3862"/>
                </a:lnTo>
                <a:lnTo>
                  <a:pt x="12241" y="3509"/>
                </a:lnTo>
                <a:lnTo>
                  <a:pt x="12017" y="3162"/>
                </a:lnTo>
                <a:lnTo>
                  <a:pt x="11773" y="2822"/>
                </a:lnTo>
                <a:lnTo>
                  <a:pt x="11511" y="2492"/>
                </a:lnTo>
                <a:lnTo>
                  <a:pt x="11230" y="2169"/>
                </a:lnTo>
                <a:lnTo>
                  <a:pt x="10931" y="1856"/>
                </a:lnTo>
                <a:lnTo>
                  <a:pt x="10613" y="1553"/>
                </a:lnTo>
                <a:lnTo>
                  <a:pt x="10277" y="1262"/>
                </a:lnTo>
                <a:lnTo>
                  <a:pt x="9924" y="982"/>
                </a:lnTo>
                <a:lnTo>
                  <a:pt x="9551" y="716"/>
                </a:lnTo>
                <a:lnTo>
                  <a:pt x="9162" y="463"/>
                </a:lnTo>
                <a:lnTo>
                  <a:pt x="8754" y="224"/>
                </a:lnTo>
                <a:lnTo>
                  <a:pt x="8329" y="0"/>
                </a:lnTo>
                <a:lnTo>
                  <a:pt x="8761" y="35"/>
                </a:lnTo>
                <a:lnTo>
                  <a:pt x="9199" y="99"/>
                </a:lnTo>
                <a:lnTo>
                  <a:pt x="9641" y="192"/>
                </a:lnTo>
                <a:lnTo>
                  <a:pt x="10084" y="310"/>
                </a:lnTo>
                <a:lnTo>
                  <a:pt x="10526" y="458"/>
                </a:lnTo>
                <a:lnTo>
                  <a:pt x="10966" y="632"/>
                </a:lnTo>
                <a:lnTo>
                  <a:pt x="11402" y="832"/>
                </a:lnTo>
                <a:lnTo>
                  <a:pt x="11830" y="1057"/>
                </a:lnTo>
                <a:lnTo>
                  <a:pt x="12250" y="1307"/>
                </a:lnTo>
                <a:lnTo>
                  <a:pt x="12659" y="1583"/>
                </a:lnTo>
                <a:lnTo>
                  <a:pt x="13054" y="1881"/>
                </a:lnTo>
                <a:lnTo>
                  <a:pt x="13435" y="2203"/>
                </a:lnTo>
                <a:lnTo>
                  <a:pt x="13798" y="2548"/>
                </a:lnTo>
                <a:lnTo>
                  <a:pt x="14141" y="2915"/>
                </a:lnTo>
                <a:lnTo>
                  <a:pt x="14464" y="3304"/>
                </a:lnTo>
                <a:lnTo>
                  <a:pt x="14762" y="3714"/>
                </a:lnTo>
                <a:lnTo>
                  <a:pt x="15036" y="4146"/>
                </a:lnTo>
                <a:lnTo>
                  <a:pt x="15281" y="4596"/>
                </a:lnTo>
                <a:lnTo>
                  <a:pt x="15496" y="5067"/>
                </a:lnTo>
                <a:lnTo>
                  <a:pt x="15679" y="5557"/>
                </a:lnTo>
                <a:lnTo>
                  <a:pt x="15829" y="6065"/>
                </a:lnTo>
                <a:lnTo>
                  <a:pt x="15942" y="6591"/>
                </a:lnTo>
                <a:lnTo>
                  <a:pt x="16016" y="7135"/>
                </a:lnTo>
                <a:lnTo>
                  <a:pt x="16052" y="7695"/>
                </a:lnTo>
                <a:lnTo>
                  <a:pt x="16044" y="8271"/>
                </a:lnTo>
                <a:lnTo>
                  <a:pt x="15991" y="8863"/>
                </a:lnTo>
                <a:lnTo>
                  <a:pt x="15892" y="9471"/>
                </a:lnTo>
                <a:lnTo>
                  <a:pt x="15744" y="10093"/>
                </a:lnTo>
                <a:lnTo>
                  <a:pt x="15545" y="10729"/>
                </a:lnTo>
                <a:lnTo>
                  <a:pt x="15294" y="11379"/>
                </a:lnTo>
                <a:lnTo>
                  <a:pt x="14987" y="12042"/>
                </a:lnTo>
                <a:lnTo>
                  <a:pt x="14623" y="12717"/>
                </a:lnTo>
                <a:lnTo>
                  <a:pt x="16074" y="14218"/>
                </a:lnTo>
                <a:lnTo>
                  <a:pt x="14156" y="16081"/>
                </a:lnTo>
                <a:lnTo>
                  <a:pt x="12655" y="14684"/>
                </a:lnTo>
                <a:lnTo>
                  <a:pt x="12293" y="14873"/>
                </a:lnTo>
                <a:lnTo>
                  <a:pt x="11934" y="15048"/>
                </a:lnTo>
                <a:lnTo>
                  <a:pt x="11578" y="15211"/>
                </a:lnTo>
                <a:lnTo>
                  <a:pt x="11223" y="15360"/>
                </a:lnTo>
                <a:lnTo>
                  <a:pt x="10870" y="15495"/>
                </a:lnTo>
                <a:lnTo>
                  <a:pt x="10520" y="15617"/>
                </a:lnTo>
                <a:lnTo>
                  <a:pt x="10173" y="15726"/>
                </a:lnTo>
                <a:lnTo>
                  <a:pt x="9828" y="15822"/>
                </a:lnTo>
                <a:lnTo>
                  <a:pt x="9485" y="15904"/>
                </a:lnTo>
                <a:lnTo>
                  <a:pt x="9145" y="15974"/>
                </a:lnTo>
                <a:lnTo>
                  <a:pt x="8808" y="16030"/>
                </a:lnTo>
                <a:lnTo>
                  <a:pt x="8472" y="16074"/>
                </a:lnTo>
                <a:lnTo>
                  <a:pt x="8140" y="16105"/>
                </a:lnTo>
                <a:lnTo>
                  <a:pt x="7812" y="16123"/>
                </a:lnTo>
                <a:lnTo>
                  <a:pt x="7486" y="16128"/>
                </a:lnTo>
                <a:lnTo>
                  <a:pt x="7164" y="16121"/>
                </a:lnTo>
                <a:lnTo>
                  <a:pt x="6845" y="16101"/>
                </a:lnTo>
                <a:lnTo>
                  <a:pt x="6529" y="16069"/>
                </a:lnTo>
                <a:lnTo>
                  <a:pt x="6216" y="16024"/>
                </a:lnTo>
                <a:lnTo>
                  <a:pt x="5906" y="15967"/>
                </a:lnTo>
                <a:lnTo>
                  <a:pt x="5601" y="15897"/>
                </a:lnTo>
                <a:lnTo>
                  <a:pt x="5298" y="15816"/>
                </a:lnTo>
                <a:lnTo>
                  <a:pt x="5001" y="15722"/>
                </a:lnTo>
                <a:lnTo>
                  <a:pt x="4706" y="15616"/>
                </a:lnTo>
                <a:lnTo>
                  <a:pt x="4415" y="15498"/>
                </a:lnTo>
                <a:lnTo>
                  <a:pt x="4129" y="15368"/>
                </a:lnTo>
                <a:lnTo>
                  <a:pt x="3846" y="15227"/>
                </a:lnTo>
                <a:lnTo>
                  <a:pt x="3568" y="15073"/>
                </a:lnTo>
                <a:lnTo>
                  <a:pt x="3293" y="14907"/>
                </a:lnTo>
                <a:lnTo>
                  <a:pt x="3023" y="14731"/>
                </a:lnTo>
                <a:lnTo>
                  <a:pt x="2757" y="14542"/>
                </a:lnTo>
                <a:lnTo>
                  <a:pt x="2496" y="14342"/>
                </a:lnTo>
                <a:lnTo>
                  <a:pt x="2509" y="14390"/>
                </a:lnTo>
                <a:lnTo>
                  <a:pt x="2520" y="14439"/>
                </a:lnTo>
                <a:lnTo>
                  <a:pt x="2528" y="14487"/>
                </a:lnTo>
                <a:lnTo>
                  <a:pt x="2533" y="14536"/>
                </a:lnTo>
                <a:lnTo>
                  <a:pt x="2536" y="14586"/>
                </a:lnTo>
                <a:lnTo>
                  <a:pt x="2537" y="14635"/>
                </a:lnTo>
                <a:lnTo>
                  <a:pt x="2534" y="14686"/>
                </a:lnTo>
                <a:lnTo>
                  <a:pt x="2530" y="14735"/>
                </a:lnTo>
                <a:lnTo>
                  <a:pt x="2523" y="14785"/>
                </a:lnTo>
                <a:lnTo>
                  <a:pt x="2514" y="14835"/>
                </a:lnTo>
                <a:lnTo>
                  <a:pt x="2502" y="14884"/>
                </a:lnTo>
                <a:lnTo>
                  <a:pt x="2489" y="14934"/>
                </a:lnTo>
                <a:lnTo>
                  <a:pt x="2473" y="14983"/>
                </a:lnTo>
                <a:lnTo>
                  <a:pt x="2454" y="15031"/>
                </a:lnTo>
                <a:lnTo>
                  <a:pt x="2434" y="15080"/>
                </a:lnTo>
                <a:lnTo>
                  <a:pt x="2412" y="15127"/>
                </a:lnTo>
                <a:lnTo>
                  <a:pt x="2388" y="15174"/>
                </a:lnTo>
                <a:lnTo>
                  <a:pt x="2363" y="15222"/>
                </a:lnTo>
                <a:lnTo>
                  <a:pt x="2334" y="15267"/>
                </a:lnTo>
                <a:lnTo>
                  <a:pt x="2305" y="15313"/>
                </a:lnTo>
                <a:lnTo>
                  <a:pt x="2275" y="15358"/>
                </a:lnTo>
                <a:lnTo>
                  <a:pt x="2241" y="15401"/>
                </a:lnTo>
                <a:lnTo>
                  <a:pt x="2207" y="15444"/>
                </a:lnTo>
                <a:lnTo>
                  <a:pt x="2171" y="15486"/>
                </a:lnTo>
                <a:lnTo>
                  <a:pt x="2134" y="15526"/>
                </a:lnTo>
                <a:lnTo>
                  <a:pt x="2095" y="15567"/>
                </a:lnTo>
                <a:lnTo>
                  <a:pt x="2055" y="15605"/>
                </a:lnTo>
                <a:lnTo>
                  <a:pt x="2013" y="15642"/>
                </a:lnTo>
                <a:lnTo>
                  <a:pt x="1971" y="15677"/>
                </a:lnTo>
                <a:lnTo>
                  <a:pt x="1927" y="15713"/>
                </a:lnTo>
                <a:lnTo>
                  <a:pt x="1881" y="15745"/>
                </a:lnTo>
                <a:lnTo>
                  <a:pt x="1836" y="15777"/>
                </a:lnTo>
                <a:lnTo>
                  <a:pt x="1779" y="15812"/>
                </a:lnTo>
                <a:lnTo>
                  <a:pt x="1723" y="15845"/>
                </a:lnTo>
                <a:lnTo>
                  <a:pt x="1666" y="15874"/>
                </a:lnTo>
                <a:lnTo>
                  <a:pt x="1610" y="15900"/>
                </a:lnTo>
                <a:lnTo>
                  <a:pt x="1552" y="15923"/>
                </a:lnTo>
                <a:lnTo>
                  <a:pt x="1496" y="15944"/>
                </a:lnTo>
                <a:lnTo>
                  <a:pt x="1438" y="15961"/>
                </a:lnTo>
                <a:lnTo>
                  <a:pt x="1381" y="15975"/>
                </a:lnTo>
                <a:lnTo>
                  <a:pt x="1324" y="15987"/>
                </a:lnTo>
                <a:lnTo>
                  <a:pt x="1267" y="15995"/>
                </a:lnTo>
                <a:lnTo>
                  <a:pt x="1210" y="16001"/>
                </a:lnTo>
                <a:lnTo>
                  <a:pt x="1154" y="16003"/>
                </a:lnTo>
                <a:lnTo>
                  <a:pt x="1098" y="16003"/>
                </a:lnTo>
                <a:lnTo>
                  <a:pt x="1043" y="16000"/>
                </a:lnTo>
                <a:lnTo>
                  <a:pt x="987" y="15995"/>
                </a:lnTo>
                <a:lnTo>
                  <a:pt x="933" y="15986"/>
                </a:lnTo>
                <a:lnTo>
                  <a:pt x="879" y="15975"/>
                </a:lnTo>
                <a:lnTo>
                  <a:pt x="826" y="15961"/>
                </a:lnTo>
                <a:lnTo>
                  <a:pt x="773" y="15944"/>
                </a:lnTo>
                <a:lnTo>
                  <a:pt x="722" y="15924"/>
                </a:lnTo>
                <a:lnTo>
                  <a:pt x="671" y="15902"/>
                </a:lnTo>
                <a:lnTo>
                  <a:pt x="622" y="15877"/>
                </a:lnTo>
                <a:lnTo>
                  <a:pt x="573" y="15849"/>
                </a:lnTo>
                <a:lnTo>
                  <a:pt x="527" y="15819"/>
                </a:lnTo>
                <a:lnTo>
                  <a:pt x="480" y="15786"/>
                </a:lnTo>
                <a:lnTo>
                  <a:pt x="436" y="15751"/>
                </a:lnTo>
                <a:lnTo>
                  <a:pt x="393" y="15713"/>
                </a:lnTo>
                <a:lnTo>
                  <a:pt x="350" y="15671"/>
                </a:lnTo>
                <a:lnTo>
                  <a:pt x="310" y="15628"/>
                </a:lnTo>
                <a:lnTo>
                  <a:pt x="271" y="15583"/>
                </a:lnTo>
                <a:lnTo>
                  <a:pt x="234" y="15534"/>
                </a:lnTo>
                <a:lnTo>
                  <a:pt x="199" y="15483"/>
                </a:lnTo>
                <a:lnTo>
                  <a:pt x="143" y="15391"/>
                </a:lnTo>
                <a:lnTo>
                  <a:pt x="98" y="15299"/>
                </a:lnTo>
                <a:lnTo>
                  <a:pt x="61" y="15206"/>
                </a:lnTo>
                <a:lnTo>
                  <a:pt x="33" y="15112"/>
                </a:lnTo>
                <a:lnTo>
                  <a:pt x="14" y="15019"/>
                </a:lnTo>
                <a:lnTo>
                  <a:pt x="3" y="14925"/>
                </a:lnTo>
                <a:lnTo>
                  <a:pt x="0" y="14833"/>
                </a:lnTo>
                <a:lnTo>
                  <a:pt x="5" y="14741"/>
                </a:lnTo>
                <a:lnTo>
                  <a:pt x="17" y="14651"/>
                </a:lnTo>
                <a:lnTo>
                  <a:pt x="36" y="14562"/>
                </a:lnTo>
                <a:lnTo>
                  <a:pt x="63" y="14475"/>
                </a:lnTo>
                <a:lnTo>
                  <a:pt x="95" y="14389"/>
                </a:lnTo>
                <a:lnTo>
                  <a:pt x="133" y="14307"/>
                </a:lnTo>
                <a:lnTo>
                  <a:pt x="179" y="14226"/>
                </a:lnTo>
                <a:lnTo>
                  <a:pt x="228" y="14148"/>
                </a:lnTo>
                <a:lnTo>
                  <a:pt x="284" y="14075"/>
                </a:lnTo>
                <a:lnTo>
                  <a:pt x="344" y="14004"/>
                </a:lnTo>
                <a:lnTo>
                  <a:pt x="409" y="13938"/>
                </a:lnTo>
                <a:lnTo>
                  <a:pt x="478" y="13874"/>
                </a:lnTo>
                <a:lnTo>
                  <a:pt x="551" y="13816"/>
                </a:lnTo>
                <a:lnTo>
                  <a:pt x="628" y="13762"/>
                </a:lnTo>
                <a:lnTo>
                  <a:pt x="708" y="13714"/>
                </a:lnTo>
                <a:lnTo>
                  <a:pt x="791" y="13670"/>
                </a:lnTo>
                <a:lnTo>
                  <a:pt x="878" y="13632"/>
                </a:lnTo>
                <a:lnTo>
                  <a:pt x="967" y="13601"/>
                </a:lnTo>
                <a:lnTo>
                  <a:pt x="1057" y="13575"/>
                </a:lnTo>
                <a:lnTo>
                  <a:pt x="1150" y="13556"/>
                </a:lnTo>
                <a:lnTo>
                  <a:pt x="1244" y="13542"/>
                </a:lnTo>
                <a:lnTo>
                  <a:pt x="1339" y="13536"/>
                </a:lnTo>
                <a:lnTo>
                  <a:pt x="1436" y="13538"/>
                </a:lnTo>
                <a:lnTo>
                  <a:pt x="1533" y="13548"/>
                </a:lnTo>
                <a:lnTo>
                  <a:pt x="1630" y="13565"/>
                </a:lnTo>
                <a:lnTo>
                  <a:pt x="1553" y="13486"/>
                </a:lnTo>
                <a:lnTo>
                  <a:pt x="1477" y="13406"/>
                </a:lnTo>
                <a:lnTo>
                  <a:pt x="1400" y="13325"/>
                </a:lnTo>
                <a:lnTo>
                  <a:pt x="1324" y="13243"/>
                </a:lnTo>
                <a:lnTo>
                  <a:pt x="1248" y="13159"/>
                </a:lnTo>
                <a:lnTo>
                  <a:pt x="1174" y="13075"/>
                </a:lnTo>
                <a:lnTo>
                  <a:pt x="1100" y="12990"/>
                </a:lnTo>
                <a:lnTo>
                  <a:pt x="1026" y="12903"/>
                </a:lnTo>
                <a:lnTo>
                  <a:pt x="953" y="12815"/>
                </a:lnTo>
                <a:lnTo>
                  <a:pt x="880" y="12726"/>
                </a:lnTo>
                <a:lnTo>
                  <a:pt x="807" y="12636"/>
                </a:lnTo>
                <a:lnTo>
                  <a:pt x="736" y="12545"/>
                </a:lnTo>
                <a:lnTo>
                  <a:pt x="665" y="12453"/>
                </a:lnTo>
                <a:lnTo>
                  <a:pt x="594" y="12359"/>
                </a:lnTo>
                <a:lnTo>
                  <a:pt x="524" y="12264"/>
                </a:lnTo>
                <a:lnTo>
                  <a:pt x="454" y="12169"/>
                </a:lnTo>
                <a:close/>
              </a:path>
            </a:pathLst>
          </a:custGeom>
          <a:solidFill>
            <a:srgbClr val="C00000">
              <a:alpha val="5000"/>
            </a:srgb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8903" y="673815"/>
            <a:ext cx="3273552" cy="5220238"/>
          </a:xfrm>
          <a:prstGeom prst="rect">
            <a:avLst/>
          </a:prstGeom>
          <a:solidFill>
            <a:schemeClr val="accent1"/>
          </a:solidFill>
          <a:ln w="19050">
            <a:noFill/>
          </a:ln>
          <a:effectLst>
            <a:outerShdw blurRad="419100" dist="406400" dir="2700000" sx="90000" sy="9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76779" y="673815"/>
            <a:ext cx="2826415" cy="2662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7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01</a:t>
            </a:r>
            <a:endParaRPr kumimoji="0" lang="zh-CN" altLang="en-US" sz="167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8088" y="4483190"/>
            <a:ext cx="2992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4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The part one</a:t>
            </a:r>
            <a:endParaRPr kumimoji="0" lang="zh-CN" altLang="en-US" sz="2400" b="1" i="0" u="none" strike="noStrike" kern="1200" cap="none" spc="4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48700" y="3336290"/>
            <a:ext cx="2922905" cy="179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实验目的与实验器材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.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0550" y="6266162"/>
            <a:ext cx="11071905" cy="4610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8" b="32735"/>
          <a:stretch>
            <a:fillRect/>
          </a:stretch>
        </p:blipFill>
        <p:spPr>
          <a:xfrm>
            <a:off x="590549" y="673815"/>
            <a:ext cx="7647477" cy="282662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809" y="3982414"/>
            <a:ext cx="3195646" cy="2131378"/>
          </a:xfrm>
          <a:prstGeom prst="rect">
            <a:avLst/>
          </a:prstGeom>
        </p:spPr>
      </p:pic>
      <p:sp>
        <p:nvSpPr>
          <p:cNvPr id="12" name="文本框 10"/>
          <p:cNvSpPr txBox="1"/>
          <p:nvPr/>
        </p:nvSpPr>
        <p:spPr>
          <a:xfrm>
            <a:off x="3383785" y="6289340"/>
            <a:ext cx="5424429" cy="42909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  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99110" y="990600"/>
            <a:ext cx="29260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实验目的</a:t>
            </a:r>
            <a:endParaRPr lang="zh-CN" altLang="en-US" sz="5400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640" y="2829560"/>
            <a:ext cx="8808720" cy="15684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marL="1143000" indent="-1143000" algn="ctr">
              <a:buAutoNum type="arabicPeriod"/>
            </a:pPr>
            <a:r>
              <a:rPr lang="zh-CN" altLang="en-US" sz="48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了解</a:t>
            </a:r>
            <a:r>
              <a:rPr lang="en-US" altLang="zh-CN" sz="48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LED</a:t>
            </a:r>
            <a:r>
              <a:rPr lang="zh-CN" altLang="en-US" sz="48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点阵显示的概念。</a:t>
            </a:r>
            <a:endParaRPr lang="zh-CN" altLang="en-US" sz="48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marL="1143000" indent="-1143000" algn="ctr">
              <a:buAutoNum type="arabicPeriod"/>
            </a:pPr>
            <a:r>
              <a:rPr lang="en-US" altLang="zh-CN" sz="48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zh-CN" altLang="en-US" sz="48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掌握点阵显示的使用方法。</a:t>
            </a:r>
            <a:endParaRPr lang="zh-CN" altLang="en-US" sz="48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99110" y="990600"/>
            <a:ext cx="29260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器材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9335" y="1912620"/>
            <a:ext cx="9660890" cy="23069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单片机开发板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(STC89C52)</a:t>
            </a:r>
            <a:endParaRPr lang="en-US" altLang="zh-CN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• 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数据线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(TypeC 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接口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)</a:t>
            </a:r>
            <a:endParaRPr lang="en-US" altLang="zh-CN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• 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电脑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(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装载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KEIL 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编程软件与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PZ-ISP 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烧制软件</a:t>
            </a:r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)</a:t>
            </a:r>
            <a:endParaRPr lang="en-US" altLang="zh-CN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altLang="zh-CN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• </a:t>
            </a:r>
            <a:r>
              <a:rPr lang="zh-CN" alt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开发板原理图</a:t>
            </a:r>
            <a:endParaRPr lang="zh-CN" altLang="en-US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825" y="4301490"/>
            <a:ext cx="2173605" cy="19323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125" y="4301490"/>
            <a:ext cx="2282190" cy="1961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090" y="4301490"/>
            <a:ext cx="2233930" cy="1983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99110" y="990600"/>
            <a:ext cx="29260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原理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5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53" y="2032000"/>
            <a:ext cx="3357245" cy="32880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198880" y="5447665"/>
            <a:ext cx="2435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LED</a:t>
            </a:r>
            <a:r>
              <a:rPr lang="zh-CN" altLang="en-US"/>
              <a:t>点阵图</a:t>
            </a:r>
            <a:endParaRPr lang="zh-CN" altLang="en-US"/>
          </a:p>
        </p:txBody>
      </p:sp>
      <p:pic>
        <p:nvPicPr>
          <p:cNvPr id="17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860" y="2032000"/>
            <a:ext cx="5075555" cy="329501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830695" y="5429885"/>
            <a:ext cx="2242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74HC595 </a:t>
            </a:r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rrowheads="1"/>
          </p:cNvSpPr>
          <p:nvPr/>
        </p:nvSpPr>
        <p:spPr bwMode="auto">
          <a:xfrm>
            <a:off x="-245834" y="3500438"/>
            <a:ext cx="3303045" cy="3215029"/>
          </a:xfrm>
          <a:custGeom>
            <a:avLst/>
            <a:gdLst>
              <a:gd name="T0" fmla="*/ 2313 w 16074"/>
              <a:gd name="T1" fmla="*/ 11564 h 16128"/>
              <a:gd name="T2" fmla="*/ 3529 w 16074"/>
              <a:gd name="T3" fmla="*/ 12395 h 16128"/>
              <a:gd name="T4" fmla="*/ 4818 w 16074"/>
              <a:gd name="T5" fmla="*/ 13031 h 16128"/>
              <a:gd name="T6" fmla="*/ 6189 w 16074"/>
              <a:gd name="T7" fmla="*/ 13418 h 16128"/>
              <a:gd name="T8" fmla="*/ 7653 w 16074"/>
              <a:gd name="T9" fmla="*/ 13501 h 16128"/>
              <a:gd name="T10" fmla="*/ 9219 w 16074"/>
              <a:gd name="T11" fmla="*/ 13224 h 16128"/>
              <a:gd name="T12" fmla="*/ 5225 w 16074"/>
              <a:gd name="T13" fmla="*/ 7326 h 16128"/>
              <a:gd name="T14" fmla="*/ 5604 w 16074"/>
              <a:gd name="T15" fmla="*/ 2588 h 16128"/>
              <a:gd name="T16" fmla="*/ 5918 w 16074"/>
              <a:gd name="T17" fmla="*/ 2680 h 16128"/>
              <a:gd name="T18" fmla="*/ 6274 w 16074"/>
              <a:gd name="T19" fmla="*/ 2719 h 16128"/>
              <a:gd name="T20" fmla="*/ 6671 w 16074"/>
              <a:gd name="T21" fmla="*/ 2688 h 16128"/>
              <a:gd name="T22" fmla="*/ 7102 w 16074"/>
              <a:gd name="T23" fmla="*/ 2577 h 16128"/>
              <a:gd name="T24" fmla="*/ 7563 w 16074"/>
              <a:gd name="T25" fmla="*/ 2375 h 16128"/>
              <a:gd name="T26" fmla="*/ 8053 w 16074"/>
              <a:gd name="T27" fmla="*/ 2066 h 16128"/>
              <a:gd name="T28" fmla="*/ 12930 w 16074"/>
              <a:gd name="T29" fmla="*/ 10057 h 16128"/>
              <a:gd name="T30" fmla="*/ 13396 w 16074"/>
              <a:gd name="T31" fmla="*/ 8301 h 16128"/>
              <a:gd name="T32" fmla="*/ 13347 w 16074"/>
              <a:gd name="T33" fmla="*/ 6443 h 16128"/>
              <a:gd name="T34" fmla="*/ 12801 w 16074"/>
              <a:gd name="T35" fmla="*/ 4583 h 16128"/>
              <a:gd name="T36" fmla="*/ 11773 w 16074"/>
              <a:gd name="T37" fmla="*/ 2822 h 16128"/>
              <a:gd name="T38" fmla="*/ 10277 w 16074"/>
              <a:gd name="T39" fmla="*/ 1262 h 16128"/>
              <a:gd name="T40" fmla="*/ 8329 w 16074"/>
              <a:gd name="T41" fmla="*/ 0 h 16128"/>
              <a:gd name="T42" fmla="*/ 10526 w 16074"/>
              <a:gd name="T43" fmla="*/ 458 h 16128"/>
              <a:gd name="T44" fmla="*/ 12659 w 16074"/>
              <a:gd name="T45" fmla="*/ 1583 h 16128"/>
              <a:gd name="T46" fmla="*/ 14464 w 16074"/>
              <a:gd name="T47" fmla="*/ 3304 h 16128"/>
              <a:gd name="T48" fmla="*/ 15679 w 16074"/>
              <a:gd name="T49" fmla="*/ 5557 h 16128"/>
              <a:gd name="T50" fmla="*/ 16044 w 16074"/>
              <a:gd name="T51" fmla="*/ 8271 h 16128"/>
              <a:gd name="T52" fmla="*/ 15294 w 16074"/>
              <a:gd name="T53" fmla="*/ 11379 h 16128"/>
              <a:gd name="T54" fmla="*/ 12655 w 16074"/>
              <a:gd name="T55" fmla="*/ 14684 h 16128"/>
              <a:gd name="T56" fmla="*/ 10870 w 16074"/>
              <a:gd name="T57" fmla="*/ 15495 h 16128"/>
              <a:gd name="T58" fmla="*/ 9145 w 16074"/>
              <a:gd name="T59" fmla="*/ 15974 h 16128"/>
              <a:gd name="T60" fmla="*/ 7486 w 16074"/>
              <a:gd name="T61" fmla="*/ 16128 h 16128"/>
              <a:gd name="T62" fmla="*/ 5906 w 16074"/>
              <a:gd name="T63" fmla="*/ 15967 h 16128"/>
              <a:gd name="T64" fmla="*/ 4415 w 16074"/>
              <a:gd name="T65" fmla="*/ 15498 h 16128"/>
              <a:gd name="T66" fmla="*/ 3023 w 16074"/>
              <a:gd name="T67" fmla="*/ 14731 h 16128"/>
              <a:gd name="T68" fmla="*/ 2528 w 16074"/>
              <a:gd name="T69" fmla="*/ 14487 h 16128"/>
              <a:gd name="T70" fmla="*/ 2530 w 16074"/>
              <a:gd name="T71" fmla="*/ 14735 h 16128"/>
              <a:gd name="T72" fmla="*/ 2473 w 16074"/>
              <a:gd name="T73" fmla="*/ 14983 h 16128"/>
              <a:gd name="T74" fmla="*/ 2363 w 16074"/>
              <a:gd name="T75" fmla="*/ 15222 h 16128"/>
              <a:gd name="T76" fmla="*/ 2207 w 16074"/>
              <a:gd name="T77" fmla="*/ 15444 h 16128"/>
              <a:gd name="T78" fmla="*/ 2013 w 16074"/>
              <a:gd name="T79" fmla="*/ 15642 h 16128"/>
              <a:gd name="T80" fmla="*/ 1779 w 16074"/>
              <a:gd name="T81" fmla="*/ 15812 h 16128"/>
              <a:gd name="T82" fmla="*/ 1496 w 16074"/>
              <a:gd name="T83" fmla="*/ 15944 h 16128"/>
              <a:gd name="T84" fmla="*/ 1210 w 16074"/>
              <a:gd name="T85" fmla="*/ 16001 h 16128"/>
              <a:gd name="T86" fmla="*/ 933 w 16074"/>
              <a:gd name="T87" fmla="*/ 15986 h 16128"/>
              <a:gd name="T88" fmla="*/ 671 w 16074"/>
              <a:gd name="T89" fmla="*/ 15902 h 16128"/>
              <a:gd name="T90" fmla="*/ 436 w 16074"/>
              <a:gd name="T91" fmla="*/ 15751 h 16128"/>
              <a:gd name="T92" fmla="*/ 234 w 16074"/>
              <a:gd name="T93" fmla="*/ 15534 h 16128"/>
              <a:gd name="T94" fmla="*/ 33 w 16074"/>
              <a:gd name="T95" fmla="*/ 15112 h 16128"/>
              <a:gd name="T96" fmla="*/ 17 w 16074"/>
              <a:gd name="T97" fmla="*/ 14651 h 16128"/>
              <a:gd name="T98" fmla="*/ 179 w 16074"/>
              <a:gd name="T99" fmla="*/ 14226 h 16128"/>
              <a:gd name="T100" fmla="*/ 478 w 16074"/>
              <a:gd name="T101" fmla="*/ 13874 h 16128"/>
              <a:gd name="T102" fmla="*/ 878 w 16074"/>
              <a:gd name="T103" fmla="*/ 13632 h 16128"/>
              <a:gd name="T104" fmla="*/ 1339 w 16074"/>
              <a:gd name="T105" fmla="*/ 13536 h 16128"/>
              <a:gd name="T106" fmla="*/ 1477 w 16074"/>
              <a:gd name="T107" fmla="*/ 13406 h 16128"/>
              <a:gd name="T108" fmla="*/ 1100 w 16074"/>
              <a:gd name="T109" fmla="*/ 12990 h 16128"/>
              <a:gd name="T110" fmla="*/ 736 w 16074"/>
              <a:gd name="T111" fmla="*/ 12545 h 1612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6074"/>
              <a:gd name="T169" fmla="*/ 0 h 16128"/>
              <a:gd name="T170" fmla="*/ 16074 w 16074"/>
              <a:gd name="T171" fmla="*/ 16128 h 1612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6074" h="16128">
                <a:moveTo>
                  <a:pt x="454" y="12169"/>
                </a:moveTo>
                <a:lnTo>
                  <a:pt x="1614" y="10993"/>
                </a:lnTo>
                <a:lnTo>
                  <a:pt x="1844" y="11188"/>
                </a:lnTo>
                <a:lnTo>
                  <a:pt x="2077" y="11378"/>
                </a:lnTo>
                <a:lnTo>
                  <a:pt x="2313" y="11564"/>
                </a:lnTo>
                <a:lnTo>
                  <a:pt x="2550" y="11742"/>
                </a:lnTo>
                <a:lnTo>
                  <a:pt x="2792" y="11916"/>
                </a:lnTo>
                <a:lnTo>
                  <a:pt x="3035" y="12083"/>
                </a:lnTo>
                <a:lnTo>
                  <a:pt x="3280" y="12242"/>
                </a:lnTo>
                <a:lnTo>
                  <a:pt x="3529" y="12395"/>
                </a:lnTo>
                <a:lnTo>
                  <a:pt x="3781" y="12540"/>
                </a:lnTo>
                <a:lnTo>
                  <a:pt x="4035" y="12677"/>
                </a:lnTo>
                <a:lnTo>
                  <a:pt x="4293" y="12804"/>
                </a:lnTo>
                <a:lnTo>
                  <a:pt x="4554" y="12923"/>
                </a:lnTo>
                <a:lnTo>
                  <a:pt x="4818" y="13031"/>
                </a:lnTo>
                <a:lnTo>
                  <a:pt x="5086" y="13131"/>
                </a:lnTo>
                <a:lnTo>
                  <a:pt x="5356" y="13220"/>
                </a:lnTo>
                <a:lnTo>
                  <a:pt x="5630" y="13298"/>
                </a:lnTo>
                <a:lnTo>
                  <a:pt x="5908" y="13364"/>
                </a:lnTo>
                <a:lnTo>
                  <a:pt x="6189" y="13418"/>
                </a:lnTo>
                <a:lnTo>
                  <a:pt x="6474" y="13461"/>
                </a:lnTo>
                <a:lnTo>
                  <a:pt x="6763" y="13491"/>
                </a:lnTo>
                <a:lnTo>
                  <a:pt x="7056" y="13508"/>
                </a:lnTo>
                <a:lnTo>
                  <a:pt x="7352" y="13511"/>
                </a:lnTo>
                <a:lnTo>
                  <a:pt x="7653" y="13501"/>
                </a:lnTo>
                <a:lnTo>
                  <a:pt x="7958" y="13476"/>
                </a:lnTo>
                <a:lnTo>
                  <a:pt x="8267" y="13437"/>
                </a:lnTo>
                <a:lnTo>
                  <a:pt x="8579" y="13381"/>
                </a:lnTo>
                <a:lnTo>
                  <a:pt x="8897" y="13311"/>
                </a:lnTo>
                <a:lnTo>
                  <a:pt x="9219" y="13224"/>
                </a:lnTo>
                <a:lnTo>
                  <a:pt x="9546" y="13121"/>
                </a:lnTo>
                <a:lnTo>
                  <a:pt x="9877" y="13001"/>
                </a:lnTo>
                <a:lnTo>
                  <a:pt x="10212" y="12863"/>
                </a:lnTo>
                <a:lnTo>
                  <a:pt x="10554" y="12708"/>
                </a:lnTo>
                <a:lnTo>
                  <a:pt x="5225" y="7326"/>
                </a:lnTo>
                <a:lnTo>
                  <a:pt x="3765" y="8813"/>
                </a:lnTo>
                <a:lnTo>
                  <a:pt x="1503" y="6582"/>
                </a:lnTo>
                <a:lnTo>
                  <a:pt x="5491" y="2537"/>
                </a:lnTo>
                <a:lnTo>
                  <a:pt x="5547" y="2563"/>
                </a:lnTo>
                <a:lnTo>
                  <a:pt x="5604" y="2588"/>
                </a:lnTo>
                <a:lnTo>
                  <a:pt x="5663" y="2610"/>
                </a:lnTo>
                <a:lnTo>
                  <a:pt x="5724" y="2631"/>
                </a:lnTo>
                <a:lnTo>
                  <a:pt x="5787" y="2649"/>
                </a:lnTo>
                <a:lnTo>
                  <a:pt x="5852" y="2666"/>
                </a:lnTo>
                <a:lnTo>
                  <a:pt x="5918" y="2680"/>
                </a:lnTo>
                <a:lnTo>
                  <a:pt x="5986" y="2693"/>
                </a:lnTo>
                <a:lnTo>
                  <a:pt x="6055" y="2703"/>
                </a:lnTo>
                <a:lnTo>
                  <a:pt x="6127" y="2711"/>
                </a:lnTo>
                <a:lnTo>
                  <a:pt x="6200" y="2716"/>
                </a:lnTo>
                <a:lnTo>
                  <a:pt x="6274" y="2719"/>
                </a:lnTo>
                <a:lnTo>
                  <a:pt x="6351" y="2719"/>
                </a:lnTo>
                <a:lnTo>
                  <a:pt x="6429" y="2716"/>
                </a:lnTo>
                <a:lnTo>
                  <a:pt x="6508" y="2710"/>
                </a:lnTo>
                <a:lnTo>
                  <a:pt x="6588" y="2700"/>
                </a:lnTo>
                <a:lnTo>
                  <a:pt x="6671" y="2688"/>
                </a:lnTo>
                <a:lnTo>
                  <a:pt x="6755" y="2673"/>
                </a:lnTo>
                <a:lnTo>
                  <a:pt x="6840" y="2654"/>
                </a:lnTo>
                <a:lnTo>
                  <a:pt x="6925" y="2632"/>
                </a:lnTo>
                <a:lnTo>
                  <a:pt x="7013" y="2607"/>
                </a:lnTo>
                <a:lnTo>
                  <a:pt x="7102" y="2577"/>
                </a:lnTo>
                <a:lnTo>
                  <a:pt x="7192" y="2545"/>
                </a:lnTo>
                <a:lnTo>
                  <a:pt x="7283" y="2508"/>
                </a:lnTo>
                <a:lnTo>
                  <a:pt x="7375" y="2468"/>
                </a:lnTo>
                <a:lnTo>
                  <a:pt x="7469" y="2423"/>
                </a:lnTo>
                <a:lnTo>
                  <a:pt x="7563" y="2375"/>
                </a:lnTo>
                <a:lnTo>
                  <a:pt x="7659" y="2321"/>
                </a:lnTo>
                <a:lnTo>
                  <a:pt x="7756" y="2265"/>
                </a:lnTo>
                <a:lnTo>
                  <a:pt x="7854" y="2203"/>
                </a:lnTo>
                <a:lnTo>
                  <a:pt x="7953" y="2137"/>
                </a:lnTo>
                <a:lnTo>
                  <a:pt x="8053" y="2066"/>
                </a:lnTo>
                <a:lnTo>
                  <a:pt x="9204" y="3243"/>
                </a:lnTo>
                <a:lnTo>
                  <a:pt x="7220" y="5296"/>
                </a:lnTo>
                <a:lnTo>
                  <a:pt x="12597" y="10708"/>
                </a:lnTo>
                <a:lnTo>
                  <a:pt x="12775" y="10387"/>
                </a:lnTo>
                <a:lnTo>
                  <a:pt x="12930" y="10057"/>
                </a:lnTo>
                <a:lnTo>
                  <a:pt x="13065" y="9719"/>
                </a:lnTo>
                <a:lnTo>
                  <a:pt x="13179" y="9373"/>
                </a:lnTo>
                <a:lnTo>
                  <a:pt x="13271" y="9022"/>
                </a:lnTo>
                <a:lnTo>
                  <a:pt x="13344" y="8664"/>
                </a:lnTo>
                <a:lnTo>
                  <a:pt x="13396" y="8301"/>
                </a:lnTo>
                <a:lnTo>
                  <a:pt x="13426" y="7934"/>
                </a:lnTo>
                <a:lnTo>
                  <a:pt x="13437" y="7564"/>
                </a:lnTo>
                <a:lnTo>
                  <a:pt x="13427" y="7192"/>
                </a:lnTo>
                <a:lnTo>
                  <a:pt x="13398" y="6818"/>
                </a:lnTo>
                <a:lnTo>
                  <a:pt x="13347" y="6443"/>
                </a:lnTo>
                <a:lnTo>
                  <a:pt x="13277" y="6068"/>
                </a:lnTo>
                <a:lnTo>
                  <a:pt x="13188" y="5694"/>
                </a:lnTo>
                <a:lnTo>
                  <a:pt x="13079" y="5321"/>
                </a:lnTo>
                <a:lnTo>
                  <a:pt x="12949" y="4950"/>
                </a:lnTo>
                <a:lnTo>
                  <a:pt x="12801" y="4583"/>
                </a:lnTo>
                <a:lnTo>
                  <a:pt x="12634" y="4220"/>
                </a:lnTo>
                <a:lnTo>
                  <a:pt x="12447" y="3862"/>
                </a:lnTo>
                <a:lnTo>
                  <a:pt x="12241" y="3509"/>
                </a:lnTo>
                <a:lnTo>
                  <a:pt x="12017" y="3162"/>
                </a:lnTo>
                <a:lnTo>
                  <a:pt x="11773" y="2822"/>
                </a:lnTo>
                <a:lnTo>
                  <a:pt x="11511" y="2492"/>
                </a:lnTo>
                <a:lnTo>
                  <a:pt x="11230" y="2169"/>
                </a:lnTo>
                <a:lnTo>
                  <a:pt x="10931" y="1856"/>
                </a:lnTo>
                <a:lnTo>
                  <a:pt x="10613" y="1553"/>
                </a:lnTo>
                <a:lnTo>
                  <a:pt x="10277" y="1262"/>
                </a:lnTo>
                <a:lnTo>
                  <a:pt x="9924" y="982"/>
                </a:lnTo>
                <a:lnTo>
                  <a:pt x="9551" y="716"/>
                </a:lnTo>
                <a:lnTo>
                  <a:pt x="9162" y="463"/>
                </a:lnTo>
                <a:lnTo>
                  <a:pt x="8754" y="224"/>
                </a:lnTo>
                <a:lnTo>
                  <a:pt x="8329" y="0"/>
                </a:lnTo>
                <a:lnTo>
                  <a:pt x="8761" y="35"/>
                </a:lnTo>
                <a:lnTo>
                  <a:pt x="9199" y="99"/>
                </a:lnTo>
                <a:lnTo>
                  <a:pt x="9641" y="192"/>
                </a:lnTo>
                <a:lnTo>
                  <a:pt x="10084" y="310"/>
                </a:lnTo>
                <a:lnTo>
                  <a:pt x="10526" y="458"/>
                </a:lnTo>
                <a:lnTo>
                  <a:pt x="10966" y="632"/>
                </a:lnTo>
                <a:lnTo>
                  <a:pt x="11402" y="832"/>
                </a:lnTo>
                <a:lnTo>
                  <a:pt x="11830" y="1057"/>
                </a:lnTo>
                <a:lnTo>
                  <a:pt x="12250" y="1307"/>
                </a:lnTo>
                <a:lnTo>
                  <a:pt x="12659" y="1583"/>
                </a:lnTo>
                <a:lnTo>
                  <a:pt x="13054" y="1881"/>
                </a:lnTo>
                <a:lnTo>
                  <a:pt x="13435" y="2203"/>
                </a:lnTo>
                <a:lnTo>
                  <a:pt x="13798" y="2548"/>
                </a:lnTo>
                <a:lnTo>
                  <a:pt x="14141" y="2915"/>
                </a:lnTo>
                <a:lnTo>
                  <a:pt x="14464" y="3304"/>
                </a:lnTo>
                <a:lnTo>
                  <a:pt x="14762" y="3714"/>
                </a:lnTo>
                <a:lnTo>
                  <a:pt x="15036" y="4146"/>
                </a:lnTo>
                <a:lnTo>
                  <a:pt x="15281" y="4596"/>
                </a:lnTo>
                <a:lnTo>
                  <a:pt x="15496" y="5067"/>
                </a:lnTo>
                <a:lnTo>
                  <a:pt x="15679" y="5557"/>
                </a:lnTo>
                <a:lnTo>
                  <a:pt x="15829" y="6065"/>
                </a:lnTo>
                <a:lnTo>
                  <a:pt x="15942" y="6591"/>
                </a:lnTo>
                <a:lnTo>
                  <a:pt x="16016" y="7135"/>
                </a:lnTo>
                <a:lnTo>
                  <a:pt x="16052" y="7695"/>
                </a:lnTo>
                <a:lnTo>
                  <a:pt x="16044" y="8271"/>
                </a:lnTo>
                <a:lnTo>
                  <a:pt x="15991" y="8863"/>
                </a:lnTo>
                <a:lnTo>
                  <a:pt x="15892" y="9471"/>
                </a:lnTo>
                <a:lnTo>
                  <a:pt x="15744" y="10093"/>
                </a:lnTo>
                <a:lnTo>
                  <a:pt x="15545" y="10729"/>
                </a:lnTo>
                <a:lnTo>
                  <a:pt x="15294" y="11379"/>
                </a:lnTo>
                <a:lnTo>
                  <a:pt x="14987" y="12042"/>
                </a:lnTo>
                <a:lnTo>
                  <a:pt x="14623" y="12717"/>
                </a:lnTo>
                <a:lnTo>
                  <a:pt x="16074" y="14218"/>
                </a:lnTo>
                <a:lnTo>
                  <a:pt x="14156" y="16081"/>
                </a:lnTo>
                <a:lnTo>
                  <a:pt x="12655" y="14684"/>
                </a:lnTo>
                <a:lnTo>
                  <a:pt x="12293" y="14873"/>
                </a:lnTo>
                <a:lnTo>
                  <a:pt x="11934" y="15048"/>
                </a:lnTo>
                <a:lnTo>
                  <a:pt x="11578" y="15211"/>
                </a:lnTo>
                <a:lnTo>
                  <a:pt x="11223" y="15360"/>
                </a:lnTo>
                <a:lnTo>
                  <a:pt x="10870" y="15495"/>
                </a:lnTo>
                <a:lnTo>
                  <a:pt x="10520" y="15617"/>
                </a:lnTo>
                <a:lnTo>
                  <a:pt x="10173" y="15726"/>
                </a:lnTo>
                <a:lnTo>
                  <a:pt x="9828" y="15822"/>
                </a:lnTo>
                <a:lnTo>
                  <a:pt x="9485" y="15904"/>
                </a:lnTo>
                <a:lnTo>
                  <a:pt x="9145" y="15974"/>
                </a:lnTo>
                <a:lnTo>
                  <a:pt x="8808" y="16030"/>
                </a:lnTo>
                <a:lnTo>
                  <a:pt x="8472" y="16074"/>
                </a:lnTo>
                <a:lnTo>
                  <a:pt x="8140" y="16105"/>
                </a:lnTo>
                <a:lnTo>
                  <a:pt x="7812" y="16123"/>
                </a:lnTo>
                <a:lnTo>
                  <a:pt x="7486" y="16128"/>
                </a:lnTo>
                <a:lnTo>
                  <a:pt x="7164" y="16121"/>
                </a:lnTo>
                <a:lnTo>
                  <a:pt x="6845" y="16101"/>
                </a:lnTo>
                <a:lnTo>
                  <a:pt x="6529" y="16069"/>
                </a:lnTo>
                <a:lnTo>
                  <a:pt x="6216" y="16024"/>
                </a:lnTo>
                <a:lnTo>
                  <a:pt x="5906" y="15967"/>
                </a:lnTo>
                <a:lnTo>
                  <a:pt x="5601" y="15897"/>
                </a:lnTo>
                <a:lnTo>
                  <a:pt x="5298" y="15816"/>
                </a:lnTo>
                <a:lnTo>
                  <a:pt x="5001" y="15722"/>
                </a:lnTo>
                <a:lnTo>
                  <a:pt x="4706" y="15616"/>
                </a:lnTo>
                <a:lnTo>
                  <a:pt x="4415" y="15498"/>
                </a:lnTo>
                <a:lnTo>
                  <a:pt x="4129" y="15368"/>
                </a:lnTo>
                <a:lnTo>
                  <a:pt x="3846" y="15227"/>
                </a:lnTo>
                <a:lnTo>
                  <a:pt x="3568" y="15073"/>
                </a:lnTo>
                <a:lnTo>
                  <a:pt x="3293" y="14907"/>
                </a:lnTo>
                <a:lnTo>
                  <a:pt x="3023" y="14731"/>
                </a:lnTo>
                <a:lnTo>
                  <a:pt x="2757" y="14542"/>
                </a:lnTo>
                <a:lnTo>
                  <a:pt x="2496" y="14342"/>
                </a:lnTo>
                <a:lnTo>
                  <a:pt x="2509" y="14390"/>
                </a:lnTo>
                <a:lnTo>
                  <a:pt x="2520" y="14439"/>
                </a:lnTo>
                <a:lnTo>
                  <a:pt x="2528" y="14487"/>
                </a:lnTo>
                <a:lnTo>
                  <a:pt x="2533" y="14536"/>
                </a:lnTo>
                <a:lnTo>
                  <a:pt x="2536" y="14586"/>
                </a:lnTo>
                <a:lnTo>
                  <a:pt x="2537" y="14635"/>
                </a:lnTo>
                <a:lnTo>
                  <a:pt x="2534" y="14686"/>
                </a:lnTo>
                <a:lnTo>
                  <a:pt x="2530" y="14735"/>
                </a:lnTo>
                <a:lnTo>
                  <a:pt x="2523" y="14785"/>
                </a:lnTo>
                <a:lnTo>
                  <a:pt x="2514" y="14835"/>
                </a:lnTo>
                <a:lnTo>
                  <a:pt x="2502" y="14884"/>
                </a:lnTo>
                <a:lnTo>
                  <a:pt x="2489" y="14934"/>
                </a:lnTo>
                <a:lnTo>
                  <a:pt x="2473" y="14983"/>
                </a:lnTo>
                <a:lnTo>
                  <a:pt x="2454" y="15031"/>
                </a:lnTo>
                <a:lnTo>
                  <a:pt x="2434" y="15080"/>
                </a:lnTo>
                <a:lnTo>
                  <a:pt x="2412" y="15127"/>
                </a:lnTo>
                <a:lnTo>
                  <a:pt x="2388" y="15174"/>
                </a:lnTo>
                <a:lnTo>
                  <a:pt x="2363" y="15222"/>
                </a:lnTo>
                <a:lnTo>
                  <a:pt x="2334" y="15267"/>
                </a:lnTo>
                <a:lnTo>
                  <a:pt x="2305" y="15313"/>
                </a:lnTo>
                <a:lnTo>
                  <a:pt x="2275" y="15358"/>
                </a:lnTo>
                <a:lnTo>
                  <a:pt x="2241" y="15401"/>
                </a:lnTo>
                <a:lnTo>
                  <a:pt x="2207" y="15444"/>
                </a:lnTo>
                <a:lnTo>
                  <a:pt x="2171" y="15486"/>
                </a:lnTo>
                <a:lnTo>
                  <a:pt x="2134" y="15526"/>
                </a:lnTo>
                <a:lnTo>
                  <a:pt x="2095" y="15567"/>
                </a:lnTo>
                <a:lnTo>
                  <a:pt x="2055" y="15605"/>
                </a:lnTo>
                <a:lnTo>
                  <a:pt x="2013" y="15642"/>
                </a:lnTo>
                <a:lnTo>
                  <a:pt x="1971" y="15677"/>
                </a:lnTo>
                <a:lnTo>
                  <a:pt x="1927" y="15713"/>
                </a:lnTo>
                <a:lnTo>
                  <a:pt x="1881" y="15745"/>
                </a:lnTo>
                <a:lnTo>
                  <a:pt x="1836" y="15777"/>
                </a:lnTo>
                <a:lnTo>
                  <a:pt x="1779" y="15812"/>
                </a:lnTo>
                <a:lnTo>
                  <a:pt x="1723" y="15845"/>
                </a:lnTo>
                <a:lnTo>
                  <a:pt x="1666" y="15874"/>
                </a:lnTo>
                <a:lnTo>
                  <a:pt x="1610" y="15900"/>
                </a:lnTo>
                <a:lnTo>
                  <a:pt x="1552" y="15923"/>
                </a:lnTo>
                <a:lnTo>
                  <a:pt x="1496" y="15944"/>
                </a:lnTo>
                <a:lnTo>
                  <a:pt x="1438" y="15961"/>
                </a:lnTo>
                <a:lnTo>
                  <a:pt x="1381" y="15975"/>
                </a:lnTo>
                <a:lnTo>
                  <a:pt x="1324" y="15987"/>
                </a:lnTo>
                <a:lnTo>
                  <a:pt x="1267" y="15995"/>
                </a:lnTo>
                <a:lnTo>
                  <a:pt x="1210" y="16001"/>
                </a:lnTo>
                <a:lnTo>
                  <a:pt x="1154" y="16003"/>
                </a:lnTo>
                <a:lnTo>
                  <a:pt x="1098" y="16003"/>
                </a:lnTo>
                <a:lnTo>
                  <a:pt x="1043" y="16000"/>
                </a:lnTo>
                <a:lnTo>
                  <a:pt x="987" y="15995"/>
                </a:lnTo>
                <a:lnTo>
                  <a:pt x="933" y="15986"/>
                </a:lnTo>
                <a:lnTo>
                  <a:pt x="879" y="15975"/>
                </a:lnTo>
                <a:lnTo>
                  <a:pt x="826" y="15961"/>
                </a:lnTo>
                <a:lnTo>
                  <a:pt x="773" y="15944"/>
                </a:lnTo>
                <a:lnTo>
                  <a:pt x="722" y="15924"/>
                </a:lnTo>
                <a:lnTo>
                  <a:pt x="671" y="15902"/>
                </a:lnTo>
                <a:lnTo>
                  <a:pt x="622" y="15877"/>
                </a:lnTo>
                <a:lnTo>
                  <a:pt x="573" y="15849"/>
                </a:lnTo>
                <a:lnTo>
                  <a:pt x="527" y="15819"/>
                </a:lnTo>
                <a:lnTo>
                  <a:pt x="480" y="15786"/>
                </a:lnTo>
                <a:lnTo>
                  <a:pt x="436" y="15751"/>
                </a:lnTo>
                <a:lnTo>
                  <a:pt x="393" y="15713"/>
                </a:lnTo>
                <a:lnTo>
                  <a:pt x="350" y="15671"/>
                </a:lnTo>
                <a:lnTo>
                  <a:pt x="310" y="15628"/>
                </a:lnTo>
                <a:lnTo>
                  <a:pt x="271" y="15583"/>
                </a:lnTo>
                <a:lnTo>
                  <a:pt x="234" y="15534"/>
                </a:lnTo>
                <a:lnTo>
                  <a:pt x="199" y="15483"/>
                </a:lnTo>
                <a:lnTo>
                  <a:pt x="143" y="15391"/>
                </a:lnTo>
                <a:lnTo>
                  <a:pt x="98" y="15299"/>
                </a:lnTo>
                <a:lnTo>
                  <a:pt x="61" y="15206"/>
                </a:lnTo>
                <a:lnTo>
                  <a:pt x="33" y="15112"/>
                </a:lnTo>
                <a:lnTo>
                  <a:pt x="14" y="15019"/>
                </a:lnTo>
                <a:lnTo>
                  <a:pt x="3" y="14925"/>
                </a:lnTo>
                <a:lnTo>
                  <a:pt x="0" y="14833"/>
                </a:lnTo>
                <a:lnTo>
                  <a:pt x="5" y="14741"/>
                </a:lnTo>
                <a:lnTo>
                  <a:pt x="17" y="14651"/>
                </a:lnTo>
                <a:lnTo>
                  <a:pt x="36" y="14562"/>
                </a:lnTo>
                <a:lnTo>
                  <a:pt x="63" y="14475"/>
                </a:lnTo>
                <a:lnTo>
                  <a:pt x="95" y="14389"/>
                </a:lnTo>
                <a:lnTo>
                  <a:pt x="133" y="14307"/>
                </a:lnTo>
                <a:lnTo>
                  <a:pt x="179" y="14226"/>
                </a:lnTo>
                <a:lnTo>
                  <a:pt x="228" y="14148"/>
                </a:lnTo>
                <a:lnTo>
                  <a:pt x="284" y="14075"/>
                </a:lnTo>
                <a:lnTo>
                  <a:pt x="344" y="14004"/>
                </a:lnTo>
                <a:lnTo>
                  <a:pt x="409" y="13938"/>
                </a:lnTo>
                <a:lnTo>
                  <a:pt x="478" y="13874"/>
                </a:lnTo>
                <a:lnTo>
                  <a:pt x="551" y="13816"/>
                </a:lnTo>
                <a:lnTo>
                  <a:pt x="628" y="13762"/>
                </a:lnTo>
                <a:lnTo>
                  <a:pt x="708" y="13714"/>
                </a:lnTo>
                <a:lnTo>
                  <a:pt x="791" y="13670"/>
                </a:lnTo>
                <a:lnTo>
                  <a:pt x="878" y="13632"/>
                </a:lnTo>
                <a:lnTo>
                  <a:pt x="967" y="13601"/>
                </a:lnTo>
                <a:lnTo>
                  <a:pt x="1057" y="13575"/>
                </a:lnTo>
                <a:lnTo>
                  <a:pt x="1150" y="13556"/>
                </a:lnTo>
                <a:lnTo>
                  <a:pt x="1244" y="13542"/>
                </a:lnTo>
                <a:lnTo>
                  <a:pt x="1339" y="13536"/>
                </a:lnTo>
                <a:lnTo>
                  <a:pt x="1436" y="13538"/>
                </a:lnTo>
                <a:lnTo>
                  <a:pt x="1533" y="13548"/>
                </a:lnTo>
                <a:lnTo>
                  <a:pt x="1630" y="13565"/>
                </a:lnTo>
                <a:lnTo>
                  <a:pt x="1553" y="13486"/>
                </a:lnTo>
                <a:lnTo>
                  <a:pt x="1477" y="13406"/>
                </a:lnTo>
                <a:lnTo>
                  <a:pt x="1400" y="13325"/>
                </a:lnTo>
                <a:lnTo>
                  <a:pt x="1324" y="13243"/>
                </a:lnTo>
                <a:lnTo>
                  <a:pt x="1248" y="13159"/>
                </a:lnTo>
                <a:lnTo>
                  <a:pt x="1174" y="13075"/>
                </a:lnTo>
                <a:lnTo>
                  <a:pt x="1100" y="12990"/>
                </a:lnTo>
                <a:lnTo>
                  <a:pt x="1026" y="12903"/>
                </a:lnTo>
                <a:lnTo>
                  <a:pt x="953" y="12815"/>
                </a:lnTo>
                <a:lnTo>
                  <a:pt x="880" y="12726"/>
                </a:lnTo>
                <a:lnTo>
                  <a:pt x="807" y="12636"/>
                </a:lnTo>
                <a:lnTo>
                  <a:pt x="736" y="12545"/>
                </a:lnTo>
                <a:lnTo>
                  <a:pt x="665" y="12453"/>
                </a:lnTo>
                <a:lnTo>
                  <a:pt x="594" y="12359"/>
                </a:lnTo>
                <a:lnTo>
                  <a:pt x="524" y="12264"/>
                </a:lnTo>
                <a:lnTo>
                  <a:pt x="454" y="12169"/>
                </a:lnTo>
                <a:close/>
              </a:path>
            </a:pathLst>
          </a:custGeom>
          <a:solidFill>
            <a:srgbClr val="C00000">
              <a:alpha val="5000"/>
            </a:srgb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8903" y="673815"/>
            <a:ext cx="3273552" cy="5220238"/>
          </a:xfrm>
          <a:prstGeom prst="rect">
            <a:avLst/>
          </a:prstGeom>
          <a:solidFill>
            <a:schemeClr val="accent1"/>
          </a:solidFill>
          <a:ln w="19050">
            <a:noFill/>
          </a:ln>
          <a:effectLst>
            <a:outerShdw blurRad="419100" dist="406400" dir="2700000" sx="90000" sy="9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04114" y="673815"/>
            <a:ext cx="2799080" cy="2661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7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02</a:t>
            </a:r>
            <a:endParaRPr kumimoji="0" lang="zh-CN" altLang="en-US" sz="167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8088" y="4483190"/>
            <a:ext cx="2992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4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The part one</a:t>
            </a:r>
            <a:endParaRPr kumimoji="0" lang="zh-CN" altLang="en-US" sz="2400" b="1" i="0" u="none" strike="noStrike" kern="1200" cap="none" spc="4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48700" y="3336290"/>
            <a:ext cx="2922905" cy="179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实验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内容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0550" y="6266162"/>
            <a:ext cx="11071905" cy="4610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8" b="32735"/>
          <a:stretch>
            <a:fillRect/>
          </a:stretch>
        </p:blipFill>
        <p:spPr>
          <a:xfrm>
            <a:off x="590549" y="673815"/>
            <a:ext cx="7647477" cy="282662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809" y="3982414"/>
            <a:ext cx="3195646" cy="2131378"/>
          </a:xfrm>
          <a:prstGeom prst="rect">
            <a:avLst/>
          </a:prstGeom>
        </p:spPr>
      </p:pic>
      <p:sp>
        <p:nvSpPr>
          <p:cNvPr id="12" name="文本框 10"/>
          <p:cNvSpPr txBox="1"/>
          <p:nvPr/>
        </p:nvSpPr>
        <p:spPr>
          <a:xfrm>
            <a:off x="3383785" y="6289340"/>
            <a:ext cx="5424429" cy="42909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  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99110" y="990600"/>
            <a:ext cx="29260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内容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9955" y="1970405"/>
            <a:ext cx="51854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用单片机的</a:t>
            </a:r>
            <a:r>
              <a:rPr lang="en-US" altLang="zh-CN"/>
              <a:t>P0</a:t>
            </a:r>
            <a:r>
              <a:rPr lang="zh-CN" altLang="en-US"/>
              <a:t>口作为点阵列控制端口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74HC595</a:t>
            </a:r>
            <a:r>
              <a:rPr lang="zh-CN" altLang="en-US"/>
              <a:t>芯片将单片机的</a:t>
            </a:r>
            <a:r>
              <a:rPr lang="en-US" altLang="zh-CN"/>
              <a:t>3</a:t>
            </a:r>
            <a:r>
              <a:rPr lang="zh-CN" altLang="en-US"/>
              <a:t>个</a:t>
            </a:r>
            <a:r>
              <a:rPr lang="en-US" altLang="zh-CN"/>
              <a:t>IO</a:t>
            </a:r>
            <a:r>
              <a:rPr lang="zh-CN" altLang="en-US"/>
              <a:t>口扩展为</a:t>
            </a:r>
            <a:r>
              <a:rPr lang="en-US" altLang="zh-CN"/>
              <a:t>8</a:t>
            </a:r>
            <a:r>
              <a:rPr lang="zh-CN" altLang="en-US"/>
              <a:t>个，用于控制点阵的行线。</a:t>
            </a:r>
            <a:endParaRPr lang="zh-CN" altLang="en-US"/>
          </a:p>
          <a:p>
            <a:r>
              <a:rPr lang="zh-CN" altLang="en-US"/>
              <a:t>通过编写程序中的</a:t>
            </a:r>
            <a:r>
              <a:rPr lang="en-US" altLang="zh-CN"/>
              <a:t>hc595_write_data</a:t>
            </a:r>
            <a:r>
              <a:rPr lang="zh-CN" altLang="en-US"/>
              <a:t>函数，将数据写入</a:t>
            </a:r>
            <a:r>
              <a:rPr lang="en-US" altLang="zh-CN"/>
              <a:t>74HC595</a:t>
            </a:r>
            <a:r>
              <a:rPr lang="zh-CN" altLang="en-US"/>
              <a:t>芯片，实现对点阵行线的控制。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98005" y="1605915"/>
            <a:ext cx="42468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自定义图形的二维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数组</a:t>
            </a:r>
            <a:endParaRPr lang="zh-CN" altLang="en-US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8906510" y="2294255"/>
            <a:ext cx="481330" cy="4730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01205" y="2934970"/>
            <a:ext cx="38404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循环每行的列选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</a:t>
            </a:r>
            <a:endParaRPr lang="zh-CN" altLang="en-US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13283" y="4485005"/>
            <a:ext cx="372808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点亮</a:t>
            </a:r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LED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灯显示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图案</a:t>
            </a:r>
            <a:endParaRPr lang="zh-CN" altLang="en-US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8906510" y="3901440"/>
            <a:ext cx="481330" cy="4730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2"/>
          <p:cNvPicPr>
            <a:picLocks noChangeAspect="1"/>
          </p:cNvPicPr>
          <p:nvPr/>
        </p:nvPicPr>
        <p:blipFill>
          <a:blip r:embed="rId3"/>
          <a:srcRect b="45276"/>
          <a:stretch>
            <a:fillRect/>
          </a:stretch>
        </p:blipFill>
        <p:spPr>
          <a:xfrm>
            <a:off x="909955" y="3518535"/>
            <a:ext cx="4900295" cy="25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99110" y="990600"/>
            <a:ext cx="29260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展示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9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845" y="2196148"/>
            <a:ext cx="2682240" cy="26930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269365" y="5079365"/>
            <a:ext cx="2635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实验目标</a:t>
            </a:r>
            <a:r>
              <a:rPr lang="zh-CN" altLang="en-US"/>
              <a:t>图案</a:t>
            </a:r>
            <a:endParaRPr lang="zh-CN" altLang="en-US"/>
          </a:p>
        </p:txBody>
      </p:sp>
      <p:pic>
        <p:nvPicPr>
          <p:cNvPr id="18" name="图片 18" descr="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468" y="2196148"/>
            <a:ext cx="2573655" cy="26511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139430" y="4939665"/>
            <a:ext cx="2101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</a:t>
            </a:r>
            <a:r>
              <a:rPr lang="zh-CN" altLang="en-US"/>
              <a:t>成果</a:t>
            </a:r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364355" y="2837180"/>
            <a:ext cx="2934335" cy="11652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rrowheads="1"/>
          </p:cNvSpPr>
          <p:nvPr/>
        </p:nvSpPr>
        <p:spPr bwMode="auto">
          <a:xfrm>
            <a:off x="-245834" y="3500438"/>
            <a:ext cx="3303045" cy="3215029"/>
          </a:xfrm>
          <a:custGeom>
            <a:avLst/>
            <a:gdLst>
              <a:gd name="T0" fmla="*/ 2313 w 16074"/>
              <a:gd name="T1" fmla="*/ 11564 h 16128"/>
              <a:gd name="T2" fmla="*/ 3529 w 16074"/>
              <a:gd name="T3" fmla="*/ 12395 h 16128"/>
              <a:gd name="T4" fmla="*/ 4818 w 16074"/>
              <a:gd name="T5" fmla="*/ 13031 h 16128"/>
              <a:gd name="T6" fmla="*/ 6189 w 16074"/>
              <a:gd name="T7" fmla="*/ 13418 h 16128"/>
              <a:gd name="T8" fmla="*/ 7653 w 16074"/>
              <a:gd name="T9" fmla="*/ 13501 h 16128"/>
              <a:gd name="T10" fmla="*/ 9219 w 16074"/>
              <a:gd name="T11" fmla="*/ 13224 h 16128"/>
              <a:gd name="T12" fmla="*/ 5225 w 16074"/>
              <a:gd name="T13" fmla="*/ 7326 h 16128"/>
              <a:gd name="T14" fmla="*/ 5604 w 16074"/>
              <a:gd name="T15" fmla="*/ 2588 h 16128"/>
              <a:gd name="T16" fmla="*/ 5918 w 16074"/>
              <a:gd name="T17" fmla="*/ 2680 h 16128"/>
              <a:gd name="T18" fmla="*/ 6274 w 16074"/>
              <a:gd name="T19" fmla="*/ 2719 h 16128"/>
              <a:gd name="T20" fmla="*/ 6671 w 16074"/>
              <a:gd name="T21" fmla="*/ 2688 h 16128"/>
              <a:gd name="T22" fmla="*/ 7102 w 16074"/>
              <a:gd name="T23" fmla="*/ 2577 h 16128"/>
              <a:gd name="T24" fmla="*/ 7563 w 16074"/>
              <a:gd name="T25" fmla="*/ 2375 h 16128"/>
              <a:gd name="T26" fmla="*/ 8053 w 16074"/>
              <a:gd name="T27" fmla="*/ 2066 h 16128"/>
              <a:gd name="T28" fmla="*/ 12930 w 16074"/>
              <a:gd name="T29" fmla="*/ 10057 h 16128"/>
              <a:gd name="T30" fmla="*/ 13396 w 16074"/>
              <a:gd name="T31" fmla="*/ 8301 h 16128"/>
              <a:gd name="T32" fmla="*/ 13347 w 16074"/>
              <a:gd name="T33" fmla="*/ 6443 h 16128"/>
              <a:gd name="T34" fmla="*/ 12801 w 16074"/>
              <a:gd name="T35" fmla="*/ 4583 h 16128"/>
              <a:gd name="T36" fmla="*/ 11773 w 16074"/>
              <a:gd name="T37" fmla="*/ 2822 h 16128"/>
              <a:gd name="T38" fmla="*/ 10277 w 16074"/>
              <a:gd name="T39" fmla="*/ 1262 h 16128"/>
              <a:gd name="T40" fmla="*/ 8329 w 16074"/>
              <a:gd name="T41" fmla="*/ 0 h 16128"/>
              <a:gd name="T42" fmla="*/ 10526 w 16074"/>
              <a:gd name="T43" fmla="*/ 458 h 16128"/>
              <a:gd name="T44" fmla="*/ 12659 w 16074"/>
              <a:gd name="T45" fmla="*/ 1583 h 16128"/>
              <a:gd name="T46" fmla="*/ 14464 w 16074"/>
              <a:gd name="T47" fmla="*/ 3304 h 16128"/>
              <a:gd name="T48" fmla="*/ 15679 w 16074"/>
              <a:gd name="T49" fmla="*/ 5557 h 16128"/>
              <a:gd name="T50" fmla="*/ 16044 w 16074"/>
              <a:gd name="T51" fmla="*/ 8271 h 16128"/>
              <a:gd name="T52" fmla="*/ 15294 w 16074"/>
              <a:gd name="T53" fmla="*/ 11379 h 16128"/>
              <a:gd name="T54" fmla="*/ 12655 w 16074"/>
              <a:gd name="T55" fmla="*/ 14684 h 16128"/>
              <a:gd name="T56" fmla="*/ 10870 w 16074"/>
              <a:gd name="T57" fmla="*/ 15495 h 16128"/>
              <a:gd name="T58" fmla="*/ 9145 w 16074"/>
              <a:gd name="T59" fmla="*/ 15974 h 16128"/>
              <a:gd name="T60" fmla="*/ 7486 w 16074"/>
              <a:gd name="T61" fmla="*/ 16128 h 16128"/>
              <a:gd name="T62" fmla="*/ 5906 w 16074"/>
              <a:gd name="T63" fmla="*/ 15967 h 16128"/>
              <a:gd name="T64" fmla="*/ 4415 w 16074"/>
              <a:gd name="T65" fmla="*/ 15498 h 16128"/>
              <a:gd name="T66" fmla="*/ 3023 w 16074"/>
              <a:gd name="T67" fmla="*/ 14731 h 16128"/>
              <a:gd name="T68" fmla="*/ 2528 w 16074"/>
              <a:gd name="T69" fmla="*/ 14487 h 16128"/>
              <a:gd name="T70" fmla="*/ 2530 w 16074"/>
              <a:gd name="T71" fmla="*/ 14735 h 16128"/>
              <a:gd name="T72" fmla="*/ 2473 w 16074"/>
              <a:gd name="T73" fmla="*/ 14983 h 16128"/>
              <a:gd name="T74" fmla="*/ 2363 w 16074"/>
              <a:gd name="T75" fmla="*/ 15222 h 16128"/>
              <a:gd name="T76" fmla="*/ 2207 w 16074"/>
              <a:gd name="T77" fmla="*/ 15444 h 16128"/>
              <a:gd name="T78" fmla="*/ 2013 w 16074"/>
              <a:gd name="T79" fmla="*/ 15642 h 16128"/>
              <a:gd name="T80" fmla="*/ 1779 w 16074"/>
              <a:gd name="T81" fmla="*/ 15812 h 16128"/>
              <a:gd name="T82" fmla="*/ 1496 w 16074"/>
              <a:gd name="T83" fmla="*/ 15944 h 16128"/>
              <a:gd name="T84" fmla="*/ 1210 w 16074"/>
              <a:gd name="T85" fmla="*/ 16001 h 16128"/>
              <a:gd name="T86" fmla="*/ 933 w 16074"/>
              <a:gd name="T87" fmla="*/ 15986 h 16128"/>
              <a:gd name="T88" fmla="*/ 671 w 16074"/>
              <a:gd name="T89" fmla="*/ 15902 h 16128"/>
              <a:gd name="T90" fmla="*/ 436 w 16074"/>
              <a:gd name="T91" fmla="*/ 15751 h 16128"/>
              <a:gd name="T92" fmla="*/ 234 w 16074"/>
              <a:gd name="T93" fmla="*/ 15534 h 16128"/>
              <a:gd name="T94" fmla="*/ 33 w 16074"/>
              <a:gd name="T95" fmla="*/ 15112 h 16128"/>
              <a:gd name="T96" fmla="*/ 17 w 16074"/>
              <a:gd name="T97" fmla="*/ 14651 h 16128"/>
              <a:gd name="T98" fmla="*/ 179 w 16074"/>
              <a:gd name="T99" fmla="*/ 14226 h 16128"/>
              <a:gd name="T100" fmla="*/ 478 w 16074"/>
              <a:gd name="T101" fmla="*/ 13874 h 16128"/>
              <a:gd name="T102" fmla="*/ 878 w 16074"/>
              <a:gd name="T103" fmla="*/ 13632 h 16128"/>
              <a:gd name="T104" fmla="*/ 1339 w 16074"/>
              <a:gd name="T105" fmla="*/ 13536 h 16128"/>
              <a:gd name="T106" fmla="*/ 1477 w 16074"/>
              <a:gd name="T107" fmla="*/ 13406 h 16128"/>
              <a:gd name="T108" fmla="*/ 1100 w 16074"/>
              <a:gd name="T109" fmla="*/ 12990 h 16128"/>
              <a:gd name="T110" fmla="*/ 736 w 16074"/>
              <a:gd name="T111" fmla="*/ 12545 h 1612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6074"/>
              <a:gd name="T169" fmla="*/ 0 h 16128"/>
              <a:gd name="T170" fmla="*/ 16074 w 16074"/>
              <a:gd name="T171" fmla="*/ 16128 h 1612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6074" h="16128">
                <a:moveTo>
                  <a:pt x="454" y="12169"/>
                </a:moveTo>
                <a:lnTo>
                  <a:pt x="1614" y="10993"/>
                </a:lnTo>
                <a:lnTo>
                  <a:pt x="1844" y="11188"/>
                </a:lnTo>
                <a:lnTo>
                  <a:pt x="2077" y="11378"/>
                </a:lnTo>
                <a:lnTo>
                  <a:pt x="2313" y="11564"/>
                </a:lnTo>
                <a:lnTo>
                  <a:pt x="2550" y="11742"/>
                </a:lnTo>
                <a:lnTo>
                  <a:pt x="2792" y="11916"/>
                </a:lnTo>
                <a:lnTo>
                  <a:pt x="3035" y="12083"/>
                </a:lnTo>
                <a:lnTo>
                  <a:pt x="3280" y="12242"/>
                </a:lnTo>
                <a:lnTo>
                  <a:pt x="3529" y="12395"/>
                </a:lnTo>
                <a:lnTo>
                  <a:pt x="3781" y="12540"/>
                </a:lnTo>
                <a:lnTo>
                  <a:pt x="4035" y="12677"/>
                </a:lnTo>
                <a:lnTo>
                  <a:pt x="4293" y="12804"/>
                </a:lnTo>
                <a:lnTo>
                  <a:pt x="4554" y="12923"/>
                </a:lnTo>
                <a:lnTo>
                  <a:pt x="4818" y="13031"/>
                </a:lnTo>
                <a:lnTo>
                  <a:pt x="5086" y="13131"/>
                </a:lnTo>
                <a:lnTo>
                  <a:pt x="5356" y="13220"/>
                </a:lnTo>
                <a:lnTo>
                  <a:pt x="5630" y="13298"/>
                </a:lnTo>
                <a:lnTo>
                  <a:pt x="5908" y="13364"/>
                </a:lnTo>
                <a:lnTo>
                  <a:pt x="6189" y="13418"/>
                </a:lnTo>
                <a:lnTo>
                  <a:pt x="6474" y="13461"/>
                </a:lnTo>
                <a:lnTo>
                  <a:pt x="6763" y="13491"/>
                </a:lnTo>
                <a:lnTo>
                  <a:pt x="7056" y="13508"/>
                </a:lnTo>
                <a:lnTo>
                  <a:pt x="7352" y="13511"/>
                </a:lnTo>
                <a:lnTo>
                  <a:pt x="7653" y="13501"/>
                </a:lnTo>
                <a:lnTo>
                  <a:pt x="7958" y="13476"/>
                </a:lnTo>
                <a:lnTo>
                  <a:pt x="8267" y="13437"/>
                </a:lnTo>
                <a:lnTo>
                  <a:pt x="8579" y="13381"/>
                </a:lnTo>
                <a:lnTo>
                  <a:pt x="8897" y="13311"/>
                </a:lnTo>
                <a:lnTo>
                  <a:pt x="9219" y="13224"/>
                </a:lnTo>
                <a:lnTo>
                  <a:pt x="9546" y="13121"/>
                </a:lnTo>
                <a:lnTo>
                  <a:pt x="9877" y="13001"/>
                </a:lnTo>
                <a:lnTo>
                  <a:pt x="10212" y="12863"/>
                </a:lnTo>
                <a:lnTo>
                  <a:pt x="10554" y="12708"/>
                </a:lnTo>
                <a:lnTo>
                  <a:pt x="5225" y="7326"/>
                </a:lnTo>
                <a:lnTo>
                  <a:pt x="3765" y="8813"/>
                </a:lnTo>
                <a:lnTo>
                  <a:pt x="1503" y="6582"/>
                </a:lnTo>
                <a:lnTo>
                  <a:pt x="5491" y="2537"/>
                </a:lnTo>
                <a:lnTo>
                  <a:pt x="5547" y="2563"/>
                </a:lnTo>
                <a:lnTo>
                  <a:pt x="5604" y="2588"/>
                </a:lnTo>
                <a:lnTo>
                  <a:pt x="5663" y="2610"/>
                </a:lnTo>
                <a:lnTo>
                  <a:pt x="5724" y="2631"/>
                </a:lnTo>
                <a:lnTo>
                  <a:pt x="5787" y="2649"/>
                </a:lnTo>
                <a:lnTo>
                  <a:pt x="5852" y="2666"/>
                </a:lnTo>
                <a:lnTo>
                  <a:pt x="5918" y="2680"/>
                </a:lnTo>
                <a:lnTo>
                  <a:pt x="5986" y="2693"/>
                </a:lnTo>
                <a:lnTo>
                  <a:pt x="6055" y="2703"/>
                </a:lnTo>
                <a:lnTo>
                  <a:pt x="6127" y="2711"/>
                </a:lnTo>
                <a:lnTo>
                  <a:pt x="6200" y="2716"/>
                </a:lnTo>
                <a:lnTo>
                  <a:pt x="6274" y="2719"/>
                </a:lnTo>
                <a:lnTo>
                  <a:pt x="6351" y="2719"/>
                </a:lnTo>
                <a:lnTo>
                  <a:pt x="6429" y="2716"/>
                </a:lnTo>
                <a:lnTo>
                  <a:pt x="6508" y="2710"/>
                </a:lnTo>
                <a:lnTo>
                  <a:pt x="6588" y="2700"/>
                </a:lnTo>
                <a:lnTo>
                  <a:pt x="6671" y="2688"/>
                </a:lnTo>
                <a:lnTo>
                  <a:pt x="6755" y="2673"/>
                </a:lnTo>
                <a:lnTo>
                  <a:pt x="6840" y="2654"/>
                </a:lnTo>
                <a:lnTo>
                  <a:pt x="6925" y="2632"/>
                </a:lnTo>
                <a:lnTo>
                  <a:pt x="7013" y="2607"/>
                </a:lnTo>
                <a:lnTo>
                  <a:pt x="7102" y="2577"/>
                </a:lnTo>
                <a:lnTo>
                  <a:pt x="7192" y="2545"/>
                </a:lnTo>
                <a:lnTo>
                  <a:pt x="7283" y="2508"/>
                </a:lnTo>
                <a:lnTo>
                  <a:pt x="7375" y="2468"/>
                </a:lnTo>
                <a:lnTo>
                  <a:pt x="7469" y="2423"/>
                </a:lnTo>
                <a:lnTo>
                  <a:pt x="7563" y="2375"/>
                </a:lnTo>
                <a:lnTo>
                  <a:pt x="7659" y="2321"/>
                </a:lnTo>
                <a:lnTo>
                  <a:pt x="7756" y="2265"/>
                </a:lnTo>
                <a:lnTo>
                  <a:pt x="7854" y="2203"/>
                </a:lnTo>
                <a:lnTo>
                  <a:pt x="7953" y="2137"/>
                </a:lnTo>
                <a:lnTo>
                  <a:pt x="8053" y="2066"/>
                </a:lnTo>
                <a:lnTo>
                  <a:pt x="9204" y="3243"/>
                </a:lnTo>
                <a:lnTo>
                  <a:pt x="7220" y="5296"/>
                </a:lnTo>
                <a:lnTo>
                  <a:pt x="12597" y="10708"/>
                </a:lnTo>
                <a:lnTo>
                  <a:pt x="12775" y="10387"/>
                </a:lnTo>
                <a:lnTo>
                  <a:pt x="12930" y="10057"/>
                </a:lnTo>
                <a:lnTo>
                  <a:pt x="13065" y="9719"/>
                </a:lnTo>
                <a:lnTo>
                  <a:pt x="13179" y="9373"/>
                </a:lnTo>
                <a:lnTo>
                  <a:pt x="13271" y="9022"/>
                </a:lnTo>
                <a:lnTo>
                  <a:pt x="13344" y="8664"/>
                </a:lnTo>
                <a:lnTo>
                  <a:pt x="13396" y="8301"/>
                </a:lnTo>
                <a:lnTo>
                  <a:pt x="13426" y="7934"/>
                </a:lnTo>
                <a:lnTo>
                  <a:pt x="13437" y="7564"/>
                </a:lnTo>
                <a:lnTo>
                  <a:pt x="13427" y="7192"/>
                </a:lnTo>
                <a:lnTo>
                  <a:pt x="13398" y="6818"/>
                </a:lnTo>
                <a:lnTo>
                  <a:pt x="13347" y="6443"/>
                </a:lnTo>
                <a:lnTo>
                  <a:pt x="13277" y="6068"/>
                </a:lnTo>
                <a:lnTo>
                  <a:pt x="13188" y="5694"/>
                </a:lnTo>
                <a:lnTo>
                  <a:pt x="13079" y="5321"/>
                </a:lnTo>
                <a:lnTo>
                  <a:pt x="12949" y="4950"/>
                </a:lnTo>
                <a:lnTo>
                  <a:pt x="12801" y="4583"/>
                </a:lnTo>
                <a:lnTo>
                  <a:pt x="12634" y="4220"/>
                </a:lnTo>
                <a:lnTo>
                  <a:pt x="12447" y="3862"/>
                </a:lnTo>
                <a:lnTo>
                  <a:pt x="12241" y="3509"/>
                </a:lnTo>
                <a:lnTo>
                  <a:pt x="12017" y="3162"/>
                </a:lnTo>
                <a:lnTo>
                  <a:pt x="11773" y="2822"/>
                </a:lnTo>
                <a:lnTo>
                  <a:pt x="11511" y="2492"/>
                </a:lnTo>
                <a:lnTo>
                  <a:pt x="11230" y="2169"/>
                </a:lnTo>
                <a:lnTo>
                  <a:pt x="10931" y="1856"/>
                </a:lnTo>
                <a:lnTo>
                  <a:pt x="10613" y="1553"/>
                </a:lnTo>
                <a:lnTo>
                  <a:pt x="10277" y="1262"/>
                </a:lnTo>
                <a:lnTo>
                  <a:pt x="9924" y="982"/>
                </a:lnTo>
                <a:lnTo>
                  <a:pt x="9551" y="716"/>
                </a:lnTo>
                <a:lnTo>
                  <a:pt x="9162" y="463"/>
                </a:lnTo>
                <a:lnTo>
                  <a:pt x="8754" y="224"/>
                </a:lnTo>
                <a:lnTo>
                  <a:pt x="8329" y="0"/>
                </a:lnTo>
                <a:lnTo>
                  <a:pt x="8761" y="35"/>
                </a:lnTo>
                <a:lnTo>
                  <a:pt x="9199" y="99"/>
                </a:lnTo>
                <a:lnTo>
                  <a:pt x="9641" y="192"/>
                </a:lnTo>
                <a:lnTo>
                  <a:pt x="10084" y="310"/>
                </a:lnTo>
                <a:lnTo>
                  <a:pt x="10526" y="458"/>
                </a:lnTo>
                <a:lnTo>
                  <a:pt x="10966" y="632"/>
                </a:lnTo>
                <a:lnTo>
                  <a:pt x="11402" y="832"/>
                </a:lnTo>
                <a:lnTo>
                  <a:pt x="11830" y="1057"/>
                </a:lnTo>
                <a:lnTo>
                  <a:pt x="12250" y="1307"/>
                </a:lnTo>
                <a:lnTo>
                  <a:pt x="12659" y="1583"/>
                </a:lnTo>
                <a:lnTo>
                  <a:pt x="13054" y="1881"/>
                </a:lnTo>
                <a:lnTo>
                  <a:pt x="13435" y="2203"/>
                </a:lnTo>
                <a:lnTo>
                  <a:pt x="13798" y="2548"/>
                </a:lnTo>
                <a:lnTo>
                  <a:pt x="14141" y="2915"/>
                </a:lnTo>
                <a:lnTo>
                  <a:pt x="14464" y="3304"/>
                </a:lnTo>
                <a:lnTo>
                  <a:pt x="14762" y="3714"/>
                </a:lnTo>
                <a:lnTo>
                  <a:pt x="15036" y="4146"/>
                </a:lnTo>
                <a:lnTo>
                  <a:pt x="15281" y="4596"/>
                </a:lnTo>
                <a:lnTo>
                  <a:pt x="15496" y="5067"/>
                </a:lnTo>
                <a:lnTo>
                  <a:pt x="15679" y="5557"/>
                </a:lnTo>
                <a:lnTo>
                  <a:pt x="15829" y="6065"/>
                </a:lnTo>
                <a:lnTo>
                  <a:pt x="15942" y="6591"/>
                </a:lnTo>
                <a:lnTo>
                  <a:pt x="16016" y="7135"/>
                </a:lnTo>
                <a:lnTo>
                  <a:pt x="16052" y="7695"/>
                </a:lnTo>
                <a:lnTo>
                  <a:pt x="16044" y="8271"/>
                </a:lnTo>
                <a:lnTo>
                  <a:pt x="15991" y="8863"/>
                </a:lnTo>
                <a:lnTo>
                  <a:pt x="15892" y="9471"/>
                </a:lnTo>
                <a:lnTo>
                  <a:pt x="15744" y="10093"/>
                </a:lnTo>
                <a:lnTo>
                  <a:pt x="15545" y="10729"/>
                </a:lnTo>
                <a:lnTo>
                  <a:pt x="15294" y="11379"/>
                </a:lnTo>
                <a:lnTo>
                  <a:pt x="14987" y="12042"/>
                </a:lnTo>
                <a:lnTo>
                  <a:pt x="14623" y="12717"/>
                </a:lnTo>
                <a:lnTo>
                  <a:pt x="16074" y="14218"/>
                </a:lnTo>
                <a:lnTo>
                  <a:pt x="14156" y="16081"/>
                </a:lnTo>
                <a:lnTo>
                  <a:pt x="12655" y="14684"/>
                </a:lnTo>
                <a:lnTo>
                  <a:pt x="12293" y="14873"/>
                </a:lnTo>
                <a:lnTo>
                  <a:pt x="11934" y="15048"/>
                </a:lnTo>
                <a:lnTo>
                  <a:pt x="11578" y="15211"/>
                </a:lnTo>
                <a:lnTo>
                  <a:pt x="11223" y="15360"/>
                </a:lnTo>
                <a:lnTo>
                  <a:pt x="10870" y="15495"/>
                </a:lnTo>
                <a:lnTo>
                  <a:pt x="10520" y="15617"/>
                </a:lnTo>
                <a:lnTo>
                  <a:pt x="10173" y="15726"/>
                </a:lnTo>
                <a:lnTo>
                  <a:pt x="9828" y="15822"/>
                </a:lnTo>
                <a:lnTo>
                  <a:pt x="9485" y="15904"/>
                </a:lnTo>
                <a:lnTo>
                  <a:pt x="9145" y="15974"/>
                </a:lnTo>
                <a:lnTo>
                  <a:pt x="8808" y="16030"/>
                </a:lnTo>
                <a:lnTo>
                  <a:pt x="8472" y="16074"/>
                </a:lnTo>
                <a:lnTo>
                  <a:pt x="8140" y="16105"/>
                </a:lnTo>
                <a:lnTo>
                  <a:pt x="7812" y="16123"/>
                </a:lnTo>
                <a:lnTo>
                  <a:pt x="7486" y="16128"/>
                </a:lnTo>
                <a:lnTo>
                  <a:pt x="7164" y="16121"/>
                </a:lnTo>
                <a:lnTo>
                  <a:pt x="6845" y="16101"/>
                </a:lnTo>
                <a:lnTo>
                  <a:pt x="6529" y="16069"/>
                </a:lnTo>
                <a:lnTo>
                  <a:pt x="6216" y="16024"/>
                </a:lnTo>
                <a:lnTo>
                  <a:pt x="5906" y="15967"/>
                </a:lnTo>
                <a:lnTo>
                  <a:pt x="5601" y="15897"/>
                </a:lnTo>
                <a:lnTo>
                  <a:pt x="5298" y="15816"/>
                </a:lnTo>
                <a:lnTo>
                  <a:pt x="5001" y="15722"/>
                </a:lnTo>
                <a:lnTo>
                  <a:pt x="4706" y="15616"/>
                </a:lnTo>
                <a:lnTo>
                  <a:pt x="4415" y="15498"/>
                </a:lnTo>
                <a:lnTo>
                  <a:pt x="4129" y="15368"/>
                </a:lnTo>
                <a:lnTo>
                  <a:pt x="3846" y="15227"/>
                </a:lnTo>
                <a:lnTo>
                  <a:pt x="3568" y="15073"/>
                </a:lnTo>
                <a:lnTo>
                  <a:pt x="3293" y="14907"/>
                </a:lnTo>
                <a:lnTo>
                  <a:pt x="3023" y="14731"/>
                </a:lnTo>
                <a:lnTo>
                  <a:pt x="2757" y="14542"/>
                </a:lnTo>
                <a:lnTo>
                  <a:pt x="2496" y="14342"/>
                </a:lnTo>
                <a:lnTo>
                  <a:pt x="2509" y="14390"/>
                </a:lnTo>
                <a:lnTo>
                  <a:pt x="2520" y="14439"/>
                </a:lnTo>
                <a:lnTo>
                  <a:pt x="2528" y="14487"/>
                </a:lnTo>
                <a:lnTo>
                  <a:pt x="2533" y="14536"/>
                </a:lnTo>
                <a:lnTo>
                  <a:pt x="2536" y="14586"/>
                </a:lnTo>
                <a:lnTo>
                  <a:pt x="2537" y="14635"/>
                </a:lnTo>
                <a:lnTo>
                  <a:pt x="2534" y="14686"/>
                </a:lnTo>
                <a:lnTo>
                  <a:pt x="2530" y="14735"/>
                </a:lnTo>
                <a:lnTo>
                  <a:pt x="2523" y="14785"/>
                </a:lnTo>
                <a:lnTo>
                  <a:pt x="2514" y="14835"/>
                </a:lnTo>
                <a:lnTo>
                  <a:pt x="2502" y="14884"/>
                </a:lnTo>
                <a:lnTo>
                  <a:pt x="2489" y="14934"/>
                </a:lnTo>
                <a:lnTo>
                  <a:pt x="2473" y="14983"/>
                </a:lnTo>
                <a:lnTo>
                  <a:pt x="2454" y="15031"/>
                </a:lnTo>
                <a:lnTo>
                  <a:pt x="2434" y="15080"/>
                </a:lnTo>
                <a:lnTo>
                  <a:pt x="2412" y="15127"/>
                </a:lnTo>
                <a:lnTo>
                  <a:pt x="2388" y="15174"/>
                </a:lnTo>
                <a:lnTo>
                  <a:pt x="2363" y="15222"/>
                </a:lnTo>
                <a:lnTo>
                  <a:pt x="2334" y="15267"/>
                </a:lnTo>
                <a:lnTo>
                  <a:pt x="2305" y="15313"/>
                </a:lnTo>
                <a:lnTo>
                  <a:pt x="2275" y="15358"/>
                </a:lnTo>
                <a:lnTo>
                  <a:pt x="2241" y="15401"/>
                </a:lnTo>
                <a:lnTo>
                  <a:pt x="2207" y="15444"/>
                </a:lnTo>
                <a:lnTo>
                  <a:pt x="2171" y="15486"/>
                </a:lnTo>
                <a:lnTo>
                  <a:pt x="2134" y="15526"/>
                </a:lnTo>
                <a:lnTo>
                  <a:pt x="2095" y="15567"/>
                </a:lnTo>
                <a:lnTo>
                  <a:pt x="2055" y="15605"/>
                </a:lnTo>
                <a:lnTo>
                  <a:pt x="2013" y="15642"/>
                </a:lnTo>
                <a:lnTo>
                  <a:pt x="1971" y="15677"/>
                </a:lnTo>
                <a:lnTo>
                  <a:pt x="1927" y="15713"/>
                </a:lnTo>
                <a:lnTo>
                  <a:pt x="1881" y="15745"/>
                </a:lnTo>
                <a:lnTo>
                  <a:pt x="1836" y="15777"/>
                </a:lnTo>
                <a:lnTo>
                  <a:pt x="1779" y="15812"/>
                </a:lnTo>
                <a:lnTo>
                  <a:pt x="1723" y="15845"/>
                </a:lnTo>
                <a:lnTo>
                  <a:pt x="1666" y="15874"/>
                </a:lnTo>
                <a:lnTo>
                  <a:pt x="1610" y="15900"/>
                </a:lnTo>
                <a:lnTo>
                  <a:pt x="1552" y="15923"/>
                </a:lnTo>
                <a:lnTo>
                  <a:pt x="1496" y="15944"/>
                </a:lnTo>
                <a:lnTo>
                  <a:pt x="1438" y="15961"/>
                </a:lnTo>
                <a:lnTo>
                  <a:pt x="1381" y="15975"/>
                </a:lnTo>
                <a:lnTo>
                  <a:pt x="1324" y="15987"/>
                </a:lnTo>
                <a:lnTo>
                  <a:pt x="1267" y="15995"/>
                </a:lnTo>
                <a:lnTo>
                  <a:pt x="1210" y="16001"/>
                </a:lnTo>
                <a:lnTo>
                  <a:pt x="1154" y="16003"/>
                </a:lnTo>
                <a:lnTo>
                  <a:pt x="1098" y="16003"/>
                </a:lnTo>
                <a:lnTo>
                  <a:pt x="1043" y="16000"/>
                </a:lnTo>
                <a:lnTo>
                  <a:pt x="987" y="15995"/>
                </a:lnTo>
                <a:lnTo>
                  <a:pt x="933" y="15986"/>
                </a:lnTo>
                <a:lnTo>
                  <a:pt x="879" y="15975"/>
                </a:lnTo>
                <a:lnTo>
                  <a:pt x="826" y="15961"/>
                </a:lnTo>
                <a:lnTo>
                  <a:pt x="773" y="15944"/>
                </a:lnTo>
                <a:lnTo>
                  <a:pt x="722" y="15924"/>
                </a:lnTo>
                <a:lnTo>
                  <a:pt x="671" y="15902"/>
                </a:lnTo>
                <a:lnTo>
                  <a:pt x="622" y="15877"/>
                </a:lnTo>
                <a:lnTo>
                  <a:pt x="573" y="15849"/>
                </a:lnTo>
                <a:lnTo>
                  <a:pt x="527" y="15819"/>
                </a:lnTo>
                <a:lnTo>
                  <a:pt x="480" y="15786"/>
                </a:lnTo>
                <a:lnTo>
                  <a:pt x="436" y="15751"/>
                </a:lnTo>
                <a:lnTo>
                  <a:pt x="393" y="15713"/>
                </a:lnTo>
                <a:lnTo>
                  <a:pt x="350" y="15671"/>
                </a:lnTo>
                <a:lnTo>
                  <a:pt x="310" y="15628"/>
                </a:lnTo>
                <a:lnTo>
                  <a:pt x="271" y="15583"/>
                </a:lnTo>
                <a:lnTo>
                  <a:pt x="234" y="15534"/>
                </a:lnTo>
                <a:lnTo>
                  <a:pt x="199" y="15483"/>
                </a:lnTo>
                <a:lnTo>
                  <a:pt x="143" y="15391"/>
                </a:lnTo>
                <a:lnTo>
                  <a:pt x="98" y="15299"/>
                </a:lnTo>
                <a:lnTo>
                  <a:pt x="61" y="15206"/>
                </a:lnTo>
                <a:lnTo>
                  <a:pt x="33" y="15112"/>
                </a:lnTo>
                <a:lnTo>
                  <a:pt x="14" y="15019"/>
                </a:lnTo>
                <a:lnTo>
                  <a:pt x="3" y="14925"/>
                </a:lnTo>
                <a:lnTo>
                  <a:pt x="0" y="14833"/>
                </a:lnTo>
                <a:lnTo>
                  <a:pt x="5" y="14741"/>
                </a:lnTo>
                <a:lnTo>
                  <a:pt x="17" y="14651"/>
                </a:lnTo>
                <a:lnTo>
                  <a:pt x="36" y="14562"/>
                </a:lnTo>
                <a:lnTo>
                  <a:pt x="63" y="14475"/>
                </a:lnTo>
                <a:lnTo>
                  <a:pt x="95" y="14389"/>
                </a:lnTo>
                <a:lnTo>
                  <a:pt x="133" y="14307"/>
                </a:lnTo>
                <a:lnTo>
                  <a:pt x="179" y="14226"/>
                </a:lnTo>
                <a:lnTo>
                  <a:pt x="228" y="14148"/>
                </a:lnTo>
                <a:lnTo>
                  <a:pt x="284" y="14075"/>
                </a:lnTo>
                <a:lnTo>
                  <a:pt x="344" y="14004"/>
                </a:lnTo>
                <a:lnTo>
                  <a:pt x="409" y="13938"/>
                </a:lnTo>
                <a:lnTo>
                  <a:pt x="478" y="13874"/>
                </a:lnTo>
                <a:lnTo>
                  <a:pt x="551" y="13816"/>
                </a:lnTo>
                <a:lnTo>
                  <a:pt x="628" y="13762"/>
                </a:lnTo>
                <a:lnTo>
                  <a:pt x="708" y="13714"/>
                </a:lnTo>
                <a:lnTo>
                  <a:pt x="791" y="13670"/>
                </a:lnTo>
                <a:lnTo>
                  <a:pt x="878" y="13632"/>
                </a:lnTo>
                <a:lnTo>
                  <a:pt x="967" y="13601"/>
                </a:lnTo>
                <a:lnTo>
                  <a:pt x="1057" y="13575"/>
                </a:lnTo>
                <a:lnTo>
                  <a:pt x="1150" y="13556"/>
                </a:lnTo>
                <a:lnTo>
                  <a:pt x="1244" y="13542"/>
                </a:lnTo>
                <a:lnTo>
                  <a:pt x="1339" y="13536"/>
                </a:lnTo>
                <a:lnTo>
                  <a:pt x="1436" y="13538"/>
                </a:lnTo>
                <a:lnTo>
                  <a:pt x="1533" y="13548"/>
                </a:lnTo>
                <a:lnTo>
                  <a:pt x="1630" y="13565"/>
                </a:lnTo>
                <a:lnTo>
                  <a:pt x="1553" y="13486"/>
                </a:lnTo>
                <a:lnTo>
                  <a:pt x="1477" y="13406"/>
                </a:lnTo>
                <a:lnTo>
                  <a:pt x="1400" y="13325"/>
                </a:lnTo>
                <a:lnTo>
                  <a:pt x="1324" y="13243"/>
                </a:lnTo>
                <a:lnTo>
                  <a:pt x="1248" y="13159"/>
                </a:lnTo>
                <a:lnTo>
                  <a:pt x="1174" y="13075"/>
                </a:lnTo>
                <a:lnTo>
                  <a:pt x="1100" y="12990"/>
                </a:lnTo>
                <a:lnTo>
                  <a:pt x="1026" y="12903"/>
                </a:lnTo>
                <a:lnTo>
                  <a:pt x="953" y="12815"/>
                </a:lnTo>
                <a:lnTo>
                  <a:pt x="880" y="12726"/>
                </a:lnTo>
                <a:lnTo>
                  <a:pt x="807" y="12636"/>
                </a:lnTo>
                <a:lnTo>
                  <a:pt x="736" y="12545"/>
                </a:lnTo>
                <a:lnTo>
                  <a:pt x="665" y="12453"/>
                </a:lnTo>
                <a:lnTo>
                  <a:pt x="594" y="12359"/>
                </a:lnTo>
                <a:lnTo>
                  <a:pt x="524" y="12264"/>
                </a:lnTo>
                <a:lnTo>
                  <a:pt x="454" y="12169"/>
                </a:lnTo>
                <a:close/>
              </a:path>
            </a:pathLst>
          </a:custGeom>
          <a:solidFill>
            <a:srgbClr val="C00000">
              <a:alpha val="5000"/>
            </a:srgb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8903" y="673815"/>
            <a:ext cx="3273552" cy="5220238"/>
          </a:xfrm>
          <a:prstGeom prst="rect">
            <a:avLst/>
          </a:prstGeom>
          <a:solidFill>
            <a:schemeClr val="accent1"/>
          </a:solidFill>
          <a:ln w="19050">
            <a:noFill/>
          </a:ln>
          <a:effectLst>
            <a:outerShdw blurRad="419100" dist="406400" dir="2700000" sx="90000" sy="9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04114" y="673815"/>
            <a:ext cx="2799080" cy="2661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7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03</a:t>
            </a:r>
            <a:endParaRPr kumimoji="0" lang="zh-CN" altLang="en-US" sz="167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8088" y="4483190"/>
            <a:ext cx="2992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4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The part one</a:t>
            </a:r>
            <a:endParaRPr kumimoji="0" lang="zh-CN" altLang="en-US" sz="2400" b="1" i="0" u="none" strike="noStrike" kern="1200" cap="none" spc="4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48700" y="3336290"/>
            <a:ext cx="2922905" cy="179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实验困难与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rPr>
              <a:t>解决措施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0550" y="6266162"/>
            <a:ext cx="11071905" cy="4610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字魂154号-锐艺黑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8" b="32735"/>
          <a:stretch>
            <a:fillRect/>
          </a:stretch>
        </p:blipFill>
        <p:spPr>
          <a:xfrm>
            <a:off x="590549" y="673815"/>
            <a:ext cx="7647477" cy="282662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809" y="3982414"/>
            <a:ext cx="3195646" cy="2131378"/>
          </a:xfrm>
          <a:prstGeom prst="rect">
            <a:avLst/>
          </a:prstGeom>
        </p:spPr>
      </p:pic>
      <p:sp>
        <p:nvSpPr>
          <p:cNvPr id="12" name="文本框 10"/>
          <p:cNvSpPr txBox="1"/>
          <p:nvPr/>
        </p:nvSpPr>
        <p:spPr>
          <a:xfrm>
            <a:off x="3383785" y="6289340"/>
            <a:ext cx="5424429" cy="42909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  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156210" y="990600"/>
            <a:ext cx="36118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实验困难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一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1238" y="1129030"/>
            <a:ext cx="6457315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控制端口</a:t>
            </a:r>
            <a:r>
              <a:rPr lang="zh-CN" altLang="en-US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设置错误导致</a:t>
            </a:r>
            <a:r>
              <a:rPr lang="en-US" altLang="zh-CN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LED</a:t>
            </a:r>
            <a:r>
              <a:rPr lang="zh-CN" altLang="en-US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不亮</a:t>
            </a:r>
            <a:endParaRPr lang="zh-CN" altLang="en-US" sz="36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24" name="图片 24" descr="92bdd6270432cd0dfcef6877070ea6a"/>
          <p:cNvPicPr>
            <a:picLocks noChangeAspect="1"/>
          </p:cNvPicPr>
          <p:nvPr/>
        </p:nvPicPr>
        <p:blipFill>
          <a:blip r:embed="rId3"/>
          <a:srcRect l="31831" t="10015" r="23891" b="52814"/>
          <a:stretch>
            <a:fillRect/>
          </a:stretch>
        </p:blipFill>
        <p:spPr>
          <a:xfrm>
            <a:off x="382905" y="1912620"/>
            <a:ext cx="4243070" cy="40309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043805" y="1842770"/>
            <a:ext cx="33832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2800" b="1">
                <a:ln/>
                <a:solidFill>
                  <a:schemeClr val="accent4"/>
                </a:solidFill>
                <a:effectLst/>
              </a:rPr>
              <a:t>原因分析与解决</a:t>
            </a:r>
            <a:r>
              <a:rPr lang="zh-CN" altLang="en-US" sz="2800" b="1">
                <a:ln/>
                <a:solidFill>
                  <a:schemeClr val="accent4"/>
                </a:solidFill>
                <a:effectLst/>
              </a:rPr>
              <a:t>措施</a:t>
            </a:r>
            <a:endParaRPr lang="zh-CN" altLang="en-US" sz="2800" b="1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1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2494280"/>
            <a:ext cx="2668270" cy="2613660"/>
          </a:xfrm>
          <a:prstGeom prst="rect">
            <a:avLst/>
          </a:prstGeom>
        </p:spPr>
      </p:pic>
      <p:sp>
        <p:nvSpPr>
          <p:cNvPr id="11" name="图文框 10"/>
          <p:cNvSpPr/>
          <p:nvPr/>
        </p:nvSpPr>
        <p:spPr>
          <a:xfrm>
            <a:off x="5043805" y="4422775"/>
            <a:ext cx="2268855" cy="62166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44205" y="2886075"/>
            <a:ext cx="2847340" cy="1452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代码端口定义函数原为</a:t>
            </a:r>
            <a:r>
              <a:rPr lang="en-US" altLang="zh-CN"/>
              <a:t>LED=P2^0</a:t>
            </a:r>
            <a:r>
              <a:rPr lang="zh-CN" altLang="en-US"/>
              <a:t>；查看原理图之后发现控制端口是</a:t>
            </a:r>
            <a:r>
              <a:rPr lang="en-US" altLang="zh-CN"/>
              <a:t>P0</a:t>
            </a:r>
            <a:r>
              <a:rPr lang="zh-CN" altLang="en-US"/>
              <a:t>，更改后灯就可以亮</a:t>
            </a:r>
            <a:r>
              <a:rPr lang="zh-CN" altLang="en-US"/>
              <a:t>了。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156210" y="990600"/>
            <a:ext cx="36118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实验困难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二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37038" y="1129030"/>
            <a:ext cx="5085715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LED</a:t>
            </a:r>
            <a:r>
              <a:rPr lang="zh-CN" altLang="en-US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矩阵灯图案显示</a:t>
            </a:r>
            <a:r>
              <a:rPr lang="zh-CN" altLang="en-US" sz="36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颠倒</a:t>
            </a:r>
            <a:endParaRPr lang="zh-CN" altLang="en-US" sz="36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57135" y="2955925"/>
            <a:ext cx="2847340" cy="1452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自定义图案设计的数组内字模数据有错，将原有从上至下</a:t>
            </a:r>
            <a:r>
              <a:rPr lang="en-US" altLang="zh-CN"/>
              <a:t>01111111</a:t>
            </a:r>
            <a:r>
              <a:rPr lang="zh-CN" altLang="en-US"/>
              <a:t>的顺序改为从下向上</a:t>
            </a:r>
            <a:r>
              <a:rPr lang="en-US" altLang="zh-CN"/>
              <a:t>11111110</a:t>
            </a:r>
            <a:r>
              <a:rPr lang="zh-CN" altLang="en-US"/>
              <a:t>进行计算转换，即可</a:t>
            </a:r>
            <a:r>
              <a:rPr lang="zh-CN" altLang="en-US"/>
              <a:t>解决。</a:t>
            </a:r>
            <a:endParaRPr lang="zh-CN" altLang="en-US"/>
          </a:p>
        </p:txBody>
      </p:sp>
      <p:pic>
        <p:nvPicPr>
          <p:cNvPr id="18" name="图片 18" descr="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14350" y="2252980"/>
            <a:ext cx="3253740" cy="33528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180" y="2712720"/>
            <a:ext cx="2981325" cy="292036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00880" y="2009140"/>
            <a:ext cx="33832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2800" b="1">
                <a:solidFill>
                  <a:schemeClr val="accent4"/>
                </a:solidFill>
                <a:effectLst/>
              </a:rPr>
              <a:t>原因分析与解决</a:t>
            </a:r>
            <a:r>
              <a:rPr lang="zh-CN" altLang="en-US" sz="2800" b="1">
                <a:solidFill>
                  <a:schemeClr val="accent4"/>
                </a:solidFill>
                <a:effectLst/>
              </a:rPr>
              <a:t>措施</a:t>
            </a:r>
            <a:endParaRPr lang="zh-CN" altLang="en-US" sz="2800" b="1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64" y="449854"/>
            <a:ext cx="2269650" cy="499073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 rot="0">
            <a:off x="-14605" y="0"/>
            <a:ext cx="7996555" cy="1373505"/>
            <a:chOff x="-14514" y="0"/>
            <a:chExt cx="7996393" cy="1373384"/>
          </a:xfrm>
        </p:grpSpPr>
        <p:sp>
          <p:nvSpPr>
            <p:cNvPr id="37" name="任意多边形: 形状 36"/>
            <p:cNvSpPr/>
            <p:nvPr/>
          </p:nvSpPr>
          <p:spPr>
            <a:xfrm flipH="1">
              <a:off x="915761" y="0"/>
              <a:ext cx="840344" cy="870916"/>
            </a:xfrm>
            <a:custGeom>
              <a:avLst/>
              <a:gdLst>
                <a:gd name="connsiteX0" fmla="*/ 738791 w 2053034"/>
                <a:gd name="connsiteY0" fmla="*/ 0 h 2127725"/>
                <a:gd name="connsiteX1" fmla="*/ 0 w 2053034"/>
                <a:gd name="connsiteY1" fmla="*/ 0 h 2127725"/>
                <a:gd name="connsiteX2" fmla="*/ 1314243 w 2053034"/>
                <a:gd name="connsiteY2" fmla="*/ 2127725 h 2127725"/>
                <a:gd name="connsiteX3" fmla="*/ 2053034 w 2053034"/>
                <a:gd name="connsiteY3" fmla="*/ 2127725 h 212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3034" h="2127725">
                  <a:moveTo>
                    <a:pt x="738791" y="0"/>
                  </a:moveTo>
                  <a:lnTo>
                    <a:pt x="0" y="0"/>
                  </a:lnTo>
                  <a:lnTo>
                    <a:pt x="1314243" y="2127725"/>
                  </a:lnTo>
                  <a:lnTo>
                    <a:pt x="2053034" y="2127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flipH="1">
              <a:off x="-14514" y="0"/>
              <a:ext cx="1305661" cy="1373384"/>
            </a:xfrm>
            <a:custGeom>
              <a:avLst/>
              <a:gdLst>
                <a:gd name="connsiteX0" fmla="*/ 1305661 w 1305661"/>
                <a:gd name="connsiteY0" fmla="*/ 0 h 1373384"/>
                <a:gd name="connsiteX1" fmla="*/ 1295754 w 1305661"/>
                <a:gd name="connsiteY1" fmla="*/ 0 h 1373384"/>
                <a:gd name="connsiteX2" fmla="*/ 993353 w 1305661"/>
                <a:gd name="connsiteY2" fmla="*/ 0 h 1373384"/>
                <a:gd name="connsiteX3" fmla="*/ 865521 w 1305661"/>
                <a:gd name="connsiteY3" fmla="*/ 0 h 1373384"/>
                <a:gd name="connsiteX4" fmla="*/ 840344 w 1305661"/>
                <a:gd name="connsiteY4" fmla="*/ 0 h 1373384"/>
                <a:gd name="connsiteX5" fmla="*/ 666568 w 1305661"/>
                <a:gd name="connsiteY5" fmla="*/ 0 h 1373384"/>
                <a:gd name="connsiteX6" fmla="*/ 455410 w 1305661"/>
                <a:gd name="connsiteY6" fmla="*/ 0 h 1373384"/>
                <a:gd name="connsiteX7" fmla="*/ 153009 w 1305661"/>
                <a:gd name="connsiteY7" fmla="*/ 0 h 1373384"/>
                <a:gd name="connsiteX8" fmla="*/ 0 w 1305661"/>
                <a:gd name="connsiteY8" fmla="*/ 0 h 1373384"/>
                <a:gd name="connsiteX9" fmla="*/ 537943 w 1305661"/>
                <a:gd name="connsiteY9" fmla="*/ 870916 h 1373384"/>
                <a:gd name="connsiteX10" fmla="*/ 690952 w 1305661"/>
                <a:gd name="connsiteY10" fmla="*/ 870916 h 1373384"/>
                <a:gd name="connsiteX11" fmla="*/ 840344 w 1305661"/>
                <a:gd name="connsiteY11" fmla="*/ 870916 h 1373384"/>
                <a:gd name="connsiteX12" fmla="*/ 902110 w 1305661"/>
                <a:gd name="connsiteY12" fmla="*/ 870916 h 1373384"/>
                <a:gd name="connsiteX13" fmla="*/ 986463 w 1305661"/>
                <a:gd name="connsiteY13" fmla="*/ 870916 h 1373384"/>
                <a:gd name="connsiteX14" fmla="*/ 1296825 w 1305661"/>
                <a:gd name="connsiteY14" fmla="*/ 1373384 h 1373384"/>
                <a:gd name="connsiteX15" fmla="*/ 1305661 w 1305661"/>
                <a:gd name="connsiteY15" fmla="*/ 1373384 h 1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5661" h="1373384">
                  <a:moveTo>
                    <a:pt x="1305661" y="0"/>
                  </a:moveTo>
                  <a:lnTo>
                    <a:pt x="1295754" y="0"/>
                  </a:lnTo>
                  <a:lnTo>
                    <a:pt x="993353" y="0"/>
                  </a:lnTo>
                  <a:lnTo>
                    <a:pt x="865521" y="0"/>
                  </a:lnTo>
                  <a:lnTo>
                    <a:pt x="840344" y="0"/>
                  </a:lnTo>
                  <a:lnTo>
                    <a:pt x="666568" y="0"/>
                  </a:lnTo>
                  <a:lnTo>
                    <a:pt x="455410" y="0"/>
                  </a:lnTo>
                  <a:lnTo>
                    <a:pt x="153009" y="0"/>
                  </a:lnTo>
                  <a:lnTo>
                    <a:pt x="0" y="0"/>
                  </a:lnTo>
                  <a:lnTo>
                    <a:pt x="537943" y="870916"/>
                  </a:lnTo>
                  <a:lnTo>
                    <a:pt x="690952" y="870916"/>
                  </a:lnTo>
                  <a:lnTo>
                    <a:pt x="840344" y="870916"/>
                  </a:lnTo>
                  <a:lnTo>
                    <a:pt x="902110" y="870916"/>
                  </a:lnTo>
                  <a:lnTo>
                    <a:pt x="986463" y="870916"/>
                  </a:lnTo>
                  <a:lnTo>
                    <a:pt x="1296825" y="1373384"/>
                  </a:lnTo>
                  <a:lnTo>
                    <a:pt x="1305661" y="13733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67205" y="407004"/>
              <a:ext cx="631467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字魂105号-简雅黑" panose="00000500000000000000" pitchFamily="2" charset="-122"/>
                <a:sym typeface="字魂154号-锐艺黑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8785" y="6214126"/>
            <a:ext cx="10622513" cy="500063"/>
            <a:chOff x="788785" y="6214126"/>
            <a:chExt cx="10622513" cy="500063"/>
          </a:xfrm>
        </p:grpSpPr>
        <p:sp>
          <p:nvSpPr>
            <p:cNvPr id="43" name="文本框 10"/>
            <p:cNvSpPr txBox="1"/>
            <p:nvPr/>
          </p:nvSpPr>
          <p:spPr>
            <a:xfrm>
              <a:off x="4957128" y="6214126"/>
              <a:ext cx="2298700" cy="5000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厚  德  健  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788785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225072" y="6540357"/>
              <a:ext cx="4186226" cy="0"/>
            </a:xfrm>
            <a:prstGeom prst="line">
              <a:avLst/>
            </a:prstGeom>
            <a:ln w="2540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99110" y="990600"/>
            <a:ext cx="29260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实验</a:t>
            </a:r>
            <a:r>
              <a:rPr lang="zh-CN" altLang="en-US" sz="5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总结</a:t>
            </a:r>
            <a:endParaRPr lang="zh-CN" altLang="en-US" sz="5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7510" y="2720975"/>
            <a:ext cx="8199120" cy="290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lnSpcReduction="10000"/>
          </a:bodyPr>
          <a:p>
            <a:pPr algn="l"/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要学会看原理图找正确的控制端口号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要了解</a:t>
            </a:r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74HC595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控制是列选通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出现问题要从基本原理出发先检查函数编写是否正确，再考虑硬件问题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2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3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4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5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6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7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8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9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0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1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2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3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4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5.xml><?xml version="1.0" encoding="utf-8"?>
<p:tagLst xmlns:p="http://schemas.openxmlformats.org/presentationml/2006/main">
  <p:tag name="KSO_WM_DIAGRAM_VIRTUALLY_FRAME" val="{&quot;height&quot;:277.17645669291335,&quot;left&quot;:422.75,&quot;top&quot;:119.47433070866141,&quot;width&quot;:427.69637795275594}"/>
</p:tagLst>
</file>

<file path=ppt/tags/tag16.xml><?xml version="1.0" encoding="utf-8"?>
<p:tagLst xmlns:p="http://schemas.openxmlformats.org/presentationml/2006/main">
  <p:tag name="TIMING" val="|0|0.7|0.8|0.9|0.6|0.9|0.7|1.1|0.9|1.2"/>
</p:tagLst>
</file>

<file path=ppt/tags/tag17.xml><?xml version="1.0" encoding="utf-8"?>
<p:tagLst xmlns:p="http://schemas.openxmlformats.org/presentationml/2006/main">
  <p:tag name="KSO_WPP_MARK_KEY" val="0fa2adb0-e9d5-403a-a720-db788258f421"/>
  <p:tag name="COMMONDATA" val="eyJoZGlkIjoiOTM4YTZiOWYwNmRjZDBlZDRkYTI0YWYyZDBiNTM4ZGMifQ=="/>
  <p:tag name="resource_record_key" val="{&quot;10&quot;:[363363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0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WPS 演示</Application>
  <PresentationFormat>宽屏</PresentationFormat>
  <Paragraphs>125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微软雅黑 Light</vt:lpstr>
      <vt:lpstr>微软雅黑</vt:lpstr>
      <vt:lpstr>inpin heiti</vt:lpstr>
      <vt:lpstr>字魂105号-简雅黑</vt:lpstr>
      <vt:lpstr>字魂154号-锐艺黑</vt:lpstr>
      <vt:lpstr>黑体</vt:lpstr>
      <vt:lpstr>Roboto Bold</vt:lpstr>
      <vt:lpstr>华文中宋</vt:lpstr>
      <vt:lpstr>方正小标宋简体</vt:lpstr>
      <vt:lpstr>仿宋</vt:lpstr>
      <vt:lpstr>思源黑体 CN Normal</vt:lpstr>
      <vt:lpstr>思源黑体 CN Normal</vt:lpstr>
      <vt:lpstr>Arial Unicode MS</vt:lpstr>
      <vt:lpstr>等线</vt:lpstr>
      <vt:lpstr>AMGDT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苗苗</dc:creator>
  <cp:lastModifiedBy>WPS_1722846955</cp:lastModifiedBy>
  <cp:revision>16</cp:revision>
  <dcterms:created xsi:type="dcterms:W3CDTF">2022-10-07T03:15:00Z</dcterms:created>
  <dcterms:modified xsi:type="dcterms:W3CDTF">2025-05-24T16:16:20Z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994C4AD365944124AB7AB88D9DCEF030_13</vt:lpwstr>
  </property>
  <property fmtid="{D5CDD505-2E9C-101B-9397-08002B2CF9AE}" pid="3" name="KSOProductBuildVer">
    <vt:lpwstr>2052-12.1.0.21171</vt:lpwstr>
  </property>
</Properties>
</file>